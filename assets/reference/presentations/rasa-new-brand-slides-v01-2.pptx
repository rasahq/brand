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0287000" cx="18288000"/>
  <p:notesSz cx="10287000" cy="18288000"/>
  <p:embeddedFontLst>
    <p:embeddedFont>
      <p:font typeface="Inter"/>
      <p:regular r:id="rId18"/>
      <p:bold r:id="rId19"/>
      <p:italic r:id="rId20"/>
      <p:boldItalic r:id="rId21"/>
    </p:embeddedFont>
    <p:embeddedFont>
      <p:font typeface="Newsreader"/>
      <p:regular r:id="rId22"/>
      <p:bold r:id="rId23"/>
      <p:italic r:id="rId24"/>
      <p:boldItalic r:id="rId25"/>
    </p:embeddedFont>
    <p:embeddedFont>
      <p:font typeface="Newsreader Medium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  <p:embeddedFont>
      <p:font typeface="JetBrains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Newsreader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Newsreader-italic.fntdata"/><Relationship Id="rId23" Type="http://schemas.openxmlformats.org/officeDocument/2006/relationships/font" Target="fonts/Newsread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ewsreaderMedium-regular.fntdata"/><Relationship Id="rId25" Type="http://schemas.openxmlformats.org/officeDocument/2006/relationships/font" Target="fonts/Newsreader-boldItalic.fntdata"/><Relationship Id="rId28" Type="http://schemas.openxmlformats.org/officeDocument/2006/relationships/font" Target="fonts/NewsreaderMedium-italic.fntdata"/><Relationship Id="rId27" Type="http://schemas.openxmlformats.org/officeDocument/2006/relationships/font" Target="fonts/Newsreader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ewsreader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7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6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9.xml"/><Relationship Id="rId35" Type="http://schemas.openxmlformats.org/officeDocument/2006/relationships/font" Target="fonts/JetBrainsMono-bold.fntdata"/><Relationship Id="rId12" Type="http://schemas.openxmlformats.org/officeDocument/2006/relationships/slide" Target="slides/slide8.xml"/><Relationship Id="rId34" Type="http://schemas.openxmlformats.org/officeDocument/2006/relationships/font" Target="fonts/JetBrainsMono-regular.fntdata"/><Relationship Id="rId15" Type="http://schemas.openxmlformats.org/officeDocument/2006/relationships/slide" Target="slides/slide11.xml"/><Relationship Id="rId37" Type="http://schemas.openxmlformats.org/officeDocument/2006/relationships/font" Target="fonts/JetBrainsMono-boldItalic.fntdata"/><Relationship Id="rId14" Type="http://schemas.openxmlformats.org/officeDocument/2006/relationships/slide" Target="slides/slide10.xml"/><Relationship Id="rId36" Type="http://schemas.openxmlformats.org/officeDocument/2006/relationships/font" Target="fonts/JetBrainsMono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15e8d1939489526e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15e8d1939489526e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15e8d1939489526e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5.png"/><Relationship Id="rId13" Type="http://schemas.openxmlformats.org/officeDocument/2006/relationships/image" Target="../media/image6.png"/><Relationship Id="rId1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3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— Closing">
  <p:cSld name="13 — Closing">
    <p:bg>
      <p:bgPr>
        <a:solidFill>
          <a:srgbClr val="18121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0"/>
            <a:ext cx="1371600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" type="body"/>
          </p:nvPr>
        </p:nvSpPr>
        <p:spPr>
          <a:xfrm>
            <a:off x="2286000" y="3429000"/>
            <a:ext cx="137160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4849"/>
              </a:lnSpc>
              <a:spcBef>
                <a:spcPts val="1728"/>
              </a:spcBef>
              <a:spcAft>
                <a:spcPts val="0"/>
              </a:spcAft>
              <a:buClr>
                <a:srgbClr val="FAF6F0"/>
              </a:buClr>
              <a:buSzPts val="8640"/>
              <a:buFont typeface="Arial"/>
              <a:buNone/>
              <a:defRPr b="0" i="0" sz="8640" u="none" cap="none" strike="noStrike">
                <a:solidFill>
                  <a:srgbClr val="FAF6F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286000" y="4890134"/>
            <a:ext cx="1371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0944"/>
              </a:lnSpc>
              <a:spcBef>
                <a:spcPts val="720"/>
              </a:spcBef>
              <a:spcAft>
                <a:spcPts val="0"/>
              </a:spcAft>
              <a:buClr>
                <a:srgbClr val="E85A9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E85A9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7458075" y="7888607"/>
            <a:ext cx="33718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1190"/>
              </a:lnSpc>
              <a:spcBef>
                <a:spcPts val="504"/>
              </a:spcBef>
              <a:spcAft>
                <a:spcPts val="0"/>
              </a:spcAft>
              <a:buClr>
                <a:srgbClr val="FAF6F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FAF6F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4" type="body"/>
          </p:nvPr>
        </p:nvSpPr>
        <p:spPr>
          <a:xfrm>
            <a:off x="7239000" y="8370568"/>
            <a:ext cx="3810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0324"/>
              </a:lnSpc>
              <a:spcBef>
                <a:spcPts val="432"/>
              </a:spcBef>
              <a:spcAft>
                <a:spcPts val="0"/>
              </a:spcAft>
              <a:buClr>
                <a:srgbClr val="FAF6F0"/>
              </a:buClr>
              <a:buSzPts val="2160"/>
              <a:buFont typeface="Arial"/>
              <a:buNone/>
              <a:defRPr b="0" i="0" sz="2160" u="none" cap="none" strike="noStrike">
                <a:solidFill>
                  <a:srgbClr val="FAF6F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— Call to action">
  <p:cSld name="12 — Call to action">
    <p:bg>
      <p:bgPr>
        <a:solidFill>
          <a:srgbClr val="18121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idx="1" type="body"/>
          </p:nvPr>
        </p:nvSpPr>
        <p:spPr>
          <a:xfrm>
            <a:off x="2638425" y="2809875"/>
            <a:ext cx="13011150" cy="353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0744"/>
              </a:lnSpc>
              <a:spcBef>
                <a:spcPts val="1800"/>
              </a:spcBef>
              <a:spcAft>
                <a:spcPts val="0"/>
              </a:spcAft>
              <a:buClr>
                <a:srgbClr val="E85A91"/>
              </a:buClr>
              <a:buSzPts val="9000"/>
              <a:buFont typeface="Arial"/>
              <a:buNone/>
              <a:defRPr b="0" i="1" sz="9000" u="none" cap="none" strike="noStrike">
                <a:solidFill>
                  <a:srgbClr val="E85A9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2" type="body"/>
          </p:nvPr>
        </p:nvSpPr>
        <p:spPr>
          <a:xfrm>
            <a:off x="5457825" y="7019925"/>
            <a:ext cx="7381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FAF6F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FAF6F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— Colour and type">
  <p:cSld name="11 — Colour and type">
    <p:bg>
      <p:bgPr>
        <a:solidFill>
          <a:srgbClr val="FAF6F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50" y="3333750"/>
            <a:ext cx="244792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3325" y="3333750"/>
            <a:ext cx="24384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3333750"/>
            <a:ext cx="244792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7515509"/>
            <a:ext cx="16497300" cy="1693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350" y="7515509"/>
            <a:ext cx="2166951" cy="110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3741" y="7515509"/>
            <a:ext cx="2166951" cy="110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72133" y="7515509"/>
            <a:ext cx="2166951" cy="110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60524" y="7515509"/>
            <a:ext cx="2166951" cy="110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48916" y="7515509"/>
            <a:ext cx="2166951" cy="110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837307" y="7515509"/>
            <a:ext cx="2166951" cy="1107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225699" y="7515509"/>
            <a:ext cx="2166951" cy="110720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1" type="body"/>
          </p:nvPr>
        </p:nvSpPr>
        <p:spPr>
          <a:xfrm>
            <a:off x="742950" y="2152650"/>
            <a:ext cx="6896100" cy="437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6"/>
              </a:lnSpc>
              <a:spcBef>
                <a:spcPts val="1500"/>
              </a:spcBef>
              <a:spcAft>
                <a:spcPts val="0"/>
              </a:spcAft>
              <a:buClr>
                <a:srgbClr val="181210"/>
              </a:buClr>
              <a:buSzPts val="7500"/>
              <a:buFont typeface="Arial"/>
              <a:buNone/>
              <a:defRPr b="0" i="0" sz="75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2" type="body"/>
          </p:nvPr>
        </p:nvSpPr>
        <p:spPr>
          <a:xfrm>
            <a:off x="10687050" y="2857500"/>
            <a:ext cx="6181725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3457"/>
              </a:lnSpc>
              <a:spcBef>
                <a:spcPts val="410"/>
              </a:spcBef>
              <a:spcAft>
                <a:spcPts val="0"/>
              </a:spcAft>
              <a:buClr>
                <a:srgbClr val="524A43"/>
              </a:buClr>
              <a:buSzPts val="2048"/>
              <a:buFont typeface="Arial"/>
              <a:buNone/>
              <a:defRPr b="0" i="0" sz="2048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3" type="body"/>
          </p:nvPr>
        </p:nvSpPr>
        <p:spPr>
          <a:xfrm>
            <a:off x="762000" y="1800225"/>
            <a:ext cx="2819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0"/>
              </a:lnSpc>
              <a:spcBef>
                <a:spcPts val="270"/>
              </a:spcBef>
              <a:spcAft>
                <a:spcPts val="0"/>
              </a:spcAft>
              <a:buClr>
                <a:srgbClr val="524A43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4" type="body"/>
          </p:nvPr>
        </p:nvSpPr>
        <p:spPr>
          <a:xfrm>
            <a:off x="16573500" y="96774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r">
              <a:lnSpc>
                <a:spcPct val="80727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5" type="body"/>
          </p:nvPr>
        </p:nvSpPr>
        <p:spPr>
          <a:xfrm>
            <a:off x="895350" y="6086475"/>
            <a:ext cx="2090564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7"/>
              </a:lnSpc>
              <a:spcBef>
                <a:spcPts val="538"/>
              </a:spcBef>
              <a:spcAft>
                <a:spcPts val="0"/>
              </a:spcAft>
              <a:buClr>
                <a:srgbClr val="524A43"/>
              </a:buClr>
              <a:buSzPts val="2690"/>
              <a:buFont typeface="Arial"/>
              <a:buNone/>
              <a:defRPr b="0" i="0" sz="269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body"/>
          </p:nvPr>
        </p:nvSpPr>
        <p:spPr>
          <a:xfrm>
            <a:off x="3743325" y="6086475"/>
            <a:ext cx="2082429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7"/>
              </a:lnSpc>
              <a:spcBef>
                <a:spcPts val="538"/>
              </a:spcBef>
              <a:spcAft>
                <a:spcPts val="0"/>
              </a:spcAft>
              <a:buClr>
                <a:srgbClr val="524A43"/>
              </a:buClr>
              <a:buSzPts val="2690"/>
              <a:buFont typeface="Arial"/>
              <a:buNone/>
              <a:defRPr b="0" i="0" sz="269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body"/>
          </p:nvPr>
        </p:nvSpPr>
        <p:spPr>
          <a:xfrm>
            <a:off x="6581775" y="6086475"/>
            <a:ext cx="2090564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7"/>
              </a:lnSpc>
              <a:spcBef>
                <a:spcPts val="538"/>
              </a:spcBef>
              <a:spcAft>
                <a:spcPts val="0"/>
              </a:spcAft>
              <a:buClr>
                <a:srgbClr val="524A43"/>
              </a:buClr>
              <a:buSzPts val="2690"/>
              <a:buFont typeface="Arial"/>
              <a:buNone/>
              <a:defRPr b="0" i="0" sz="269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895350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794"/>
              </a:lnSpc>
              <a:spcBef>
                <a:spcPts val="473"/>
              </a:spcBef>
              <a:spcAft>
                <a:spcPts val="0"/>
              </a:spcAft>
              <a:buClr>
                <a:srgbClr val="524A43"/>
              </a:buClr>
              <a:buSzPts val="2366"/>
              <a:buFont typeface="Arial"/>
              <a:buNone/>
              <a:defRPr b="0" i="0" sz="2366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3283741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794"/>
              </a:lnSpc>
              <a:spcBef>
                <a:spcPts val="473"/>
              </a:spcBef>
              <a:spcAft>
                <a:spcPts val="0"/>
              </a:spcAft>
              <a:buClr>
                <a:srgbClr val="524A43"/>
              </a:buClr>
              <a:buSzPts val="2366"/>
              <a:buFont typeface="Arial"/>
              <a:buNone/>
              <a:defRPr b="0" i="0" sz="2366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5672133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794"/>
              </a:lnSpc>
              <a:spcBef>
                <a:spcPts val="473"/>
              </a:spcBef>
              <a:spcAft>
                <a:spcPts val="0"/>
              </a:spcAft>
              <a:buClr>
                <a:srgbClr val="524A43"/>
              </a:buClr>
              <a:buSzPts val="2366"/>
              <a:buFont typeface="Arial"/>
              <a:buNone/>
              <a:defRPr b="0" i="0" sz="2366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4" type="body"/>
          </p:nvPr>
        </p:nvSpPr>
        <p:spPr>
          <a:xfrm>
            <a:off x="8060524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794"/>
              </a:lnSpc>
              <a:spcBef>
                <a:spcPts val="473"/>
              </a:spcBef>
              <a:spcAft>
                <a:spcPts val="0"/>
              </a:spcAft>
              <a:buClr>
                <a:srgbClr val="524A43"/>
              </a:buClr>
              <a:buSzPts val="2366"/>
              <a:buFont typeface="Arial"/>
              <a:buNone/>
              <a:defRPr b="0" i="0" sz="2366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5" type="body"/>
          </p:nvPr>
        </p:nvSpPr>
        <p:spPr>
          <a:xfrm>
            <a:off x="10448916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794"/>
              </a:lnSpc>
              <a:spcBef>
                <a:spcPts val="473"/>
              </a:spcBef>
              <a:spcAft>
                <a:spcPts val="0"/>
              </a:spcAft>
              <a:buClr>
                <a:srgbClr val="524A43"/>
              </a:buClr>
              <a:buSzPts val="2366"/>
              <a:buFont typeface="Arial"/>
              <a:buNone/>
              <a:defRPr b="0" i="0" sz="2366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4"/>
          <p:cNvSpPr txBox="1"/>
          <p:nvPr>
            <p:ph idx="16" type="body"/>
          </p:nvPr>
        </p:nvSpPr>
        <p:spPr>
          <a:xfrm>
            <a:off x="12837307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794"/>
              </a:lnSpc>
              <a:spcBef>
                <a:spcPts val="473"/>
              </a:spcBef>
              <a:spcAft>
                <a:spcPts val="0"/>
              </a:spcAft>
              <a:buClr>
                <a:srgbClr val="524A43"/>
              </a:buClr>
              <a:buSzPts val="2366"/>
              <a:buFont typeface="Arial"/>
              <a:buNone/>
              <a:defRPr b="0" i="0" sz="2366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17" type="body"/>
          </p:nvPr>
        </p:nvSpPr>
        <p:spPr>
          <a:xfrm>
            <a:off x="15225699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794"/>
              </a:lnSpc>
              <a:spcBef>
                <a:spcPts val="473"/>
              </a:spcBef>
              <a:spcAft>
                <a:spcPts val="0"/>
              </a:spcAft>
              <a:buClr>
                <a:srgbClr val="524A43"/>
              </a:buClr>
              <a:buSzPts val="2366"/>
              <a:buFont typeface="Arial"/>
              <a:buNone/>
              <a:defRPr b="0" i="0" sz="2366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— Quote">
  <p:cSld name="10 — Quote">
    <p:bg>
      <p:bgPr>
        <a:solidFill>
          <a:srgbClr val="18121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1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3275" y="7572375"/>
            <a:ext cx="398145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2647950" y="3695700"/>
            <a:ext cx="12992100" cy="353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0750"/>
              </a:lnSpc>
              <a:spcBef>
                <a:spcPts val="1200"/>
              </a:spcBef>
              <a:spcAft>
                <a:spcPts val="0"/>
              </a:spcAft>
              <a:buClr>
                <a:srgbClr val="FAF6F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FAF6F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8610600" y="1924050"/>
            <a:ext cx="10668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0751"/>
              </a:lnSpc>
              <a:spcBef>
                <a:spcPts val="4500"/>
              </a:spcBef>
              <a:spcAft>
                <a:spcPts val="0"/>
              </a:spcAft>
              <a:buClr>
                <a:srgbClr val="E85A91"/>
              </a:buClr>
              <a:buSzPts val="22500"/>
              <a:buFont typeface="Arial"/>
              <a:buNone/>
              <a:defRPr b="0" i="0" sz="22500" u="none" cap="none" strike="noStrike">
                <a:solidFill>
                  <a:srgbClr val="E85A9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— Customer proof">
  <p:cSld name="09 — Customer proof">
    <p:bg>
      <p:bgPr>
        <a:solidFill>
          <a:srgbClr val="FAF6F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229100"/>
            <a:ext cx="5438775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4229100"/>
            <a:ext cx="542925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7225" y="4229100"/>
            <a:ext cx="5438775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8225" y="4619625"/>
            <a:ext cx="9239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0275" y="4619625"/>
            <a:ext cx="16859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40025" y="4600575"/>
            <a:ext cx="16859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>
            <p:ph idx="1" type="body"/>
          </p:nvPr>
        </p:nvSpPr>
        <p:spPr>
          <a:xfrm>
            <a:off x="1276350" y="4667250"/>
            <a:ext cx="2905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50"/>
              </a:lnSpc>
              <a:spcBef>
                <a:spcPts val="240"/>
              </a:spcBef>
              <a:spcAft>
                <a:spcPts val="0"/>
              </a:spcAft>
              <a:buClr>
                <a:srgbClr val="524A43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2" type="body"/>
          </p:nvPr>
        </p:nvSpPr>
        <p:spPr>
          <a:xfrm>
            <a:off x="6934200" y="4667250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50"/>
              </a:lnSpc>
              <a:spcBef>
                <a:spcPts val="240"/>
              </a:spcBef>
              <a:spcAft>
                <a:spcPts val="0"/>
              </a:spcAft>
              <a:buClr>
                <a:srgbClr val="524A43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body"/>
          </p:nvPr>
        </p:nvSpPr>
        <p:spPr>
          <a:xfrm>
            <a:off x="12592050" y="4667250"/>
            <a:ext cx="2914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50"/>
              </a:lnSpc>
              <a:spcBef>
                <a:spcPts val="240"/>
              </a:spcBef>
              <a:spcAft>
                <a:spcPts val="0"/>
              </a:spcAft>
              <a:buClr>
                <a:srgbClr val="524A43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4" type="body"/>
          </p:nvPr>
        </p:nvSpPr>
        <p:spPr>
          <a:xfrm>
            <a:off x="12592050" y="5400675"/>
            <a:ext cx="2914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50"/>
              </a:lnSpc>
              <a:spcBef>
                <a:spcPts val="240"/>
              </a:spcBef>
              <a:spcAft>
                <a:spcPts val="0"/>
              </a:spcAft>
              <a:buClr>
                <a:srgbClr val="524A43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5" type="body"/>
          </p:nvPr>
        </p:nvSpPr>
        <p:spPr>
          <a:xfrm>
            <a:off x="1276350" y="5029200"/>
            <a:ext cx="2905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 Medium"/>
                <a:ea typeface="Newsreader Medium"/>
                <a:cs typeface="Newsreader Medium"/>
                <a:sym typeface="Newsreader Mediu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6" type="body"/>
          </p:nvPr>
        </p:nvSpPr>
        <p:spPr>
          <a:xfrm>
            <a:off x="6934200" y="50292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 Medium"/>
                <a:ea typeface="Newsreader Medium"/>
                <a:cs typeface="Newsreader Medium"/>
                <a:sym typeface="Newsreader Mediu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7" type="body"/>
          </p:nvPr>
        </p:nvSpPr>
        <p:spPr>
          <a:xfrm>
            <a:off x="12592050" y="5029200"/>
            <a:ext cx="2914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 Medium"/>
                <a:ea typeface="Newsreader Medium"/>
                <a:cs typeface="Newsreader Medium"/>
                <a:sym typeface="Newsreader Mediu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8" type="body"/>
          </p:nvPr>
        </p:nvSpPr>
        <p:spPr>
          <a:xfrm>
            <a:off x="1257300" y="5905500"/>
            <a:ext cx="37338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8"/>
              </a:lnSpc>
              <a:spcBef>
                <a:spcPts val="2377"/>
              </a:spcBef>
              <a:spcAft>
                <a:spcPts val="0"/>
              </a:spcAft>
              <a:buClr>
                <a:srgbClr val="181210"/>
              </a:buClr>
              <a:buSzPts val="11885"/>
              <a:buFont typeface="Arial"/>
              <a:buNone/>
              <a:defRPr b="0" i="0" sz="11885" u="none" cap="none" strike="noStrike">
                <a:solidFill>
                  <a:srgbClr val="18121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9" type="body"/>
          </p:nvPr>
        </p:nvSpPr>
        <p:spPr>
          <a:xfrm>
            <a:off x="6924675" y="5886450"/>
            <a:ext cx="3790950" cy="1438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8"/>
              </a:lnSpc>
              <a:spcBef>
                <a:spcPts val="2377"/>
              </a:spcBef>
              <a:spcAft>
                <a:spcPts val="0"/>
              </a:spcAft>
              <a:buClr>
                <a:srgbClr val="181210"/>
              </a:buClr>
              <a:buSzPts val="11885"/>
              <a:buFont typeface="Arial"/>
              <a:buNone/>
              <a:defRPr b="0" i="0" sz="11885" u="none" cap="none" strike="noStrike">
                <a:solidFill>
                  <a:srgbClr val="18121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13" type="body"/>
          </p:nvPr>
        </p:nvSpPr>
        <p:spPr>
          <a:xfrm>
            <a:off x="12582525" y="5905500"/>
            <a:ext cx="380047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8"/>
              </a:lnSpc>
              <a:spcBef>
                <a:spcPts val="2377"/>
              </a:spcBef>
              <a:spcAft>
                <a:spcPts val="0"/>
              </a:spcAft>
              <a:buClr>
                <a:srgbClr val="181210"/>
              </a:buClr>
              <a:buSzPts val="11885"/>
              <a:buFont typeface="Arial"/>
              <a:buNone/>
              <a:defRPr b="0" i="0" sz="11885" u="none" cap="none" strike="noStrike">
                <a:solidFill>
                  <a:srgbClr val="18121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14" type="body"/>
          </p:nvPr>
        </p:nvSpPr>
        <p:spPr>
          <a:xfrm>
            <a:off x="1276350" y="7400925"/>
            <a:ext cx="3571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3511"/>
              </a:lnSpc>
              <a:spcBef>
                <a:spcPts val="450"/>
              </a:spcBef>
              <a:spcAft>
                <a:spcPts val="0"/>
              </a:spcAft>
              <a:buClr>
                <a:srgbClr val="181210"/>
              </a:buClr>
              <a:buSzPts val="2250"/>
              <a:buFont typeface="Arial"/>
              <a:buNone/>
              <a:defRPr b="0" i="0" sz="2250" u="none" cap="none" strike="noStrike">
                <a:solidFill>
                  <a:srgbClr val="18121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idx="15" type="body"/>
          </p:nvPr>
        </p:nvSpPr>
        <p:spPr>
          <a:xfrm>
            <a:off x="6934200" y="7419975"/>
            <a:ext cx="4381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3511"/>
              </a:lnSpc>
              <a:spcBef>
                <a:spcPts val="450"/>
              </a:spcBef>
              <a:spcAft>
                <a:spcPts val="0"/>
              </a:spcAft>
              <a:buClr>
                <a:srgbClr val="181210"/>
              </a:buClr>
              <a:buSzPts val="2250"/>
              <a:buFont typeface="Arial"/>
              <a:buNone/>
              <a:defRPr b="0" i="0" sz="2250" u="none" cap="none" strike="noStrike">
                <a:solidFill>
                  <a:srgbClr val="18121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6" type="body"/>
          </p:nvPr>
        </p:nvSpPr>
        <p:spPr>
          <a:xfrm>
            <a:off x="12582525" y="7400925"/>
            <a:ext cx="4352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3511"/>
              </a:lnSpc>
              <a:spcBef>
                <a:spcPts val="450"/>
              </a:spcBef>
              <a:spcAft>
                <a:spcPts val="0"/>
              </a:spcAft>
              <a:buClr>
                <a:srgbClr val="524A43"/>
              </a:buClr>
              <a:buSzPts val="2250"/>
              <a:buFont typeface="Arial"/>
              <a:buNone/>
              <a:defRPr b="0" i="0" sz="22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6"/>
          <p:cNvSpPr txBox="1"/>
          <p:nvPr>
            <p:ph idx="17" type="body"/>
          </p:nvPr>
        </p:nvSpPr>
        <p:spPr>
          <a:xfrm>
            <a:off x="5133975" y="4714875"/>
            <a:ext cx="3619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22"/>
              </a:lnSpc>
              <a:spcBef>
                <a:spcPts val="180"/>
              </a:spcBef>
              <a:spcAft>
                <a:spcPts val="0"/>
              </a:spcAft>
              <a:buClr>
                <a:srgbClr val="18121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6"/>
          <p:cNvSpPr txBox="1"/>
          <p:nvPr>
            <p:ph idx="18" type="body"/>
          </p:nvPr>
        </p:nvSpPr>
        <p:spPr>
          <a:xfrm>
            <a:off x="10001250" y="4714875"/>
            <a:ext cx="13620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22"/>
              </a:lnSpc>
              <a:spcBef>
                <a:spcPts val="180"/>
              </a:spcBef>
              <a:spcAft>
                <a:spcPts val="0"/>
              </a:spcAft>
              <a:buClr>
                <a:srgbClr val="18121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19" type="body"/>
          </p:nvPr>
        </p:nvSpPr>
        <p:spPr>
          <a:xfrm>
            <a:off x="15621000" y="4695825"/>
            <a:ext cx="13620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22"/>
              </a:lnSpc>
              <a:spcBef>
                <a:spcPts val="180"/>
              </a:spcBef>
              <a:spcAft>
                <a:spcPts val="0"/>
              </a:spcAft>
              <a:buClr>
                <a:srgbClr val="18121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6"/>
          <p:cNvSpPr txBox="1"/>
          <p:nvPr>
            <p:ph idx="20" type="body"/>
          </p:nvPr>
        </p:nvSpPr>
        <p:spPr>
          <a:xfrm>
            <a:off x="1924050" y="1438275"/>
            <a:ext cx="14449425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0746"/>
              </a:lnSpc>
              <a:spcBef>
                <a:spcPts val="1500"/>
              </a:spcBef>
              <a:spcAft>
                <a:spcPts val="0"/>
              </a:spcAft>
              <a:buClr>
                <a:srgbClr val="E85A91"/>
              </a:buClr>
              <a:buSzPts val="7500"/>
              <a:buFont typeface="Arial"/>
              <a:buNone/>
              <a:defRPr b="0" i="1" sz="7500" u="none" cap="none" strike="noStrike">
                <a:solidFill>
                  <a:srgbClr val="E85A9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— Three columns with photo">
  <p:cSld name="08 — Three columns with photo">
    <p:bg>
      <p:bgPr>
        <a:solidFill>
          <a:srgbClr val="FAF6F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7620000"/>
            <a:ext cx="95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0" y="7620000"/>
            <a:ext cx="95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0" name="Google Shape;9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29825" y="1133475"/>
            <a:ext cx="7105650" cy="56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 txBox="1"/>
          <p:nvPr>
            <p:ph idx="1" type="body"/>
          </p:nvPr>
        </p:nvSpPr>
        <p:spPr>
          <a:xfrm>
            <a:off x="762000" y="2171700"/>
            <a:ext cx="68961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6"/>
              </a:lnSpc>
              <a:spcBef>
                <a:spcPts val="1500"/>
              </a:spcBef>
              <a:spcAft>
                <a:spcPts val="0"/>
              </a:spcAft>
              <a:buClr>
                <a:srgbClr val="181210"/>
              </a:buClr>
              <a:buSzPts val="7500"/>
              <a:buFont typeface="Arial"/>
              <a:buNone/>
              <a:defRPr b="0" i="0" sz="75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2" type="body"/>
          </p:nvPr>
        </p:nvSpPr>
        <p:spPr>
          <a:xfrm>
            <a:off x="6477000" y="7696200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3" type="body"/>
          </p:nvPr>
        </p:nvSpPr>
        <p:spPr>
          <a:xfrm>
            <a:off x="12192000" y="7696200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idx="4" type="body"/>
          </p:nvPr>
        </p:nvSpPr>
        <p:spPr>
          <a:xfrm>
            <a:off x="762000" y="7696200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5" type="body"/>
          </p:nvPr>
        </p:nvSpPr>
        <p:spPr>
          <a:xfrm>
            <a:off x="762000" y="8324850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7"/>
          <p:cNvSpPr txBox="1"/>
          <p:nvPr>
            <p:ph idx="6" type="body"/>
          </p:nvPr>
        </p:nvSpPr>
        <p:spPr>
          <a:xfrm>
            <a:off x="6477000" y="8324850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7"/>
          <p:cNvSpPr txBox="1"/>
          <p:nvPr>
            <p:ph idx="7" type="body"/>
          </p:nvPr>
        </p:nvSpPr>
        <p:spPr>
          <a:xfrm>
            <a:off x="12192000" y="8324850"/>
            <a:ext cx="487680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7"/>
          <p:cNvSpPr txBox="1"/>
          <p:nvPr>
            <p:ph idx="8" type="body"/>
          </p:nvPr>
        </p:nvSpPr>
        <p:spPr>
          <a:xfrm>
            <a:off x="762000" y="1800225"/>
            <a:ext cx="7197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0"/>
              </a:lnSpc>
              <a:spcBef>
                <a:spcPts val="270"/>
              </a:spcBef>
              <a:spcAft>
                <a:spcPts val="0"/>
              </a:spcAft>
              <a:buClr>
                <a:srgbClr val="524A43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7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— Three columns">
  <p:cSld name="07 — Three columns">
    <p:bg>
      <p:bgPr>
        <a:solidFill>
          <a:srgbClr val="FAF6F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5343525"/>
            <a:ext cx="95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0" y="5343525"/>
            <a:ext cx="9525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 txBox="1"/>
          <p:nvPr>
            <p:ph idx="1" type="body"/>
          </p:nvPr>
        </p:nvSpPr>
        <p:spPr>
          <a:xfrm>
            <a:off x="762000" y="2847975"/>
            <a:ext cx="68961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6"/>
              </a:lnSpc>
              <a:spcBef>
                <a:spcPts val="1500"/>
              </a:spcBef>
              <a:spcAft>
                <a:spcPts val="0"/>
              </a:spcAft>
              <a:buClr>
                <a:srgbClr val="181210"/>
              </a:buClr>
              <a:buSzPts val="7500"/>
              <a:buFont typeface="Arial"/>
              <a:buNone/>
              <a:defRPr b="0" i="0" sz="75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2" type="body"/>
          </p:nvPr>
        </p:nvSpPr>
        <p:spPr>
          <a:xfrm>
            <a:off x="6477000" y="5419725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3" type="body"/>
          </p:nvPr>
        </p:nvSpPr>
        <p:spPr>
          <a:xfrm>
            <a:off x="12192000" y="5419725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8"/>
          <p:cNvSpPr txBox="1"/>
          <p:nvPr>
            <p:ph idx="4" type="body"/>
          </p:nvPr>
        </p:nvSpPr>
        <p:spPr>
          <a:xfrm>
            <a:off x="762000" y="5419725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8"/>
          <p:cNvSpPr txBox="1"/>
          <p:nvPr>
            <p:ph idx="5" type="body"/>
          </p:nvPr>
        </p:nvSpPr>
        <p:spPr>
          <a:xfrm>
            <a:off x="762000" y="6048375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6" type="body"/>
          </p:nvPr>
        </p:nvSpPr>
        <p:spPr>
          <a:xfrm>
            <a:off x="6477000" y="6048375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8"/>
          <p:cNvSpPr txBox="1"/>
          <p:nvPr>
            <p:ph idx="7" type="body"/>
          </p:nvPr>
        </p:nvSpPr>
        <p:spPr>
          <a:xfrm>
            <a:off x="12192000" y="6048375"/>
            <a:ext cx="487680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8"/>
          <p:cNvSpPr txBox="1"/>
          <p:nvPr>
            <p:ph idx="8" type="body"/>
          </p:nvPr>
        </p:nvSpPr>
        <p:spPr>
          <a:xfrm>
            <a:off x="762000" y="2476500"/>
            <a:ext cx="10591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0"/>
              </a:lnSpc>
              <a:spcBef>
                <a:spcPts val="270"/>
              </a:spcBef>
              <a:spcAft>
                <a:spcPts val="0"/>
              </a:spcAft>
              <a:buClr>
                <a:srgbClr val="524A43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— Image right">
  <p:cSld name="06 — Image right">
    <p:bg>
      <p:bgPr>
        <a:solidFill>
          <a:srgbClr val="FAF6F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5125" y="1695450"/>
            <a:ext cx="6991350" cy="6896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 txBox="1"/>
          <p:nvPr>
            <p:ph idx="1" type="body"/>
          </p:nvPr>
        </p:nvSpPr>
        <p:spPr>
          <a:xfrm>
            <a:off x="762000" y="3643325"/>
            <a:ext cx="707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0"/>
              </a:lnSpc>
              <a:spcBef>
                <a:spcPts val="270"/>
              </a:spcBef>
              <a:spcAft>
                <a:spcPts val="0"/>
              </a:spcAft>
              <a:buClr>
                <a:srgbClr val="524A43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9"/>
          <p:cNvSpPr txBox="1"/>
          <p:nvPr>
            <p:ph idx="2" type="body"/>
          </p:nvPr>
        </p:nvSpPr>
        <p:spPr>
          <a:xfrm>
            <a:off x="762000" y="4033837"/>
            <a:ext cx="8115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50"/>
              </a:lnSpc>
              <a:spcBef>
                <a:spcPts val="1200"/>
              </a:spcBef>
              <a:spcAft>
                <a:spcPts val="0"/>
              </a:spcAft>
              <a:buClr>
                <a:srgbClr val="18121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9"/>
          <p:cNvSpPr txBox="1"/>
          <p:nvPr>
            <p:ph idx="3" type="body"/>
          </p:nvPr>
        </p:nvSpPr>
        <p:spPr>
          <a:xfrm>
            <a:off x="762000" y="6091238"/>
            <a:ext cx="62293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8"/>
              </a:lnSpc>
              <a:spcBef>
                <a:spcPts val="420"/>
              </a:spcBef>
              <a:spcAft>
                <a:spcPts val="0"/>
              </a:spcAft>
              <a:buClr>
                <a:srgbClr val="524A43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9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— Two columns">
  <p:cSld name="05 — Two columns">
    <p:bg>
      <p:bgPr>
        <a:solidFill>
          <a:srgbClr val="FAF6F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9258300" y="3000375"/>
            <a:ext cx="381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2" type="body"/>
          </p:nvPr>
        </p:nvSpPr>
        <p:spPr>
          <a:xfrm>
            <a:off x="9258300" y="3629025"/>
            <a:ext cx="4048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3" type="body"/>
          </p:nvPr>
        </p:nvSpPr>
        <p:spPr>
          <a:xfrm>
            <a:off x="9258300" y="4581525"/>
            <a:ext cx="381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4" type="body"/>
          </p:nvPr>
        </p:nvSpPr>
        <p:spPr>
          <a:xfrm>
            <a:off x="9258300" y="5210175"/>
            <a:ext cx="4048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5" type="body"/>
          </p:nvPr>
        </p:nvSpPr>
        <p:spPr>
          <a:xfrm>
            <a:off x="9258300" y="6162675"/>
            <a:ext cx="381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3"/>
              </a:lnSpc>
              <a:spcBef>
                <a:spcPts val="600"/>
              </a:spcBef>
              <a:spcAft>
                <a:spcPts val="0"/>
              </a:spcAft>
              <a:buClr>
                <a:srgbClr val="18121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6" type="body"/>
          </p:nvPr>
        </p:nvSpPr>
        <p:spPr>
          <a:xfrm>
            <a:off x="9258300" y="6791325"/>
            <a:ext cx="4048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7" type="body"/>
          </p:nvPr>
        </p:nvSpPr>
        <p:spPr>
          <a:xfrm>
            <a:off x="762000" y="3748075"/>
            <a:ext cx="6175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0"/>
              </a:lnSpc>
              <a:spcBef>
                <a:spcPts val="270"/>
              </a:spcBef>
              <a:spcAft>
                <a:spcPts val="0"/>
              </a:spcAft>
              <a:buClr>
                <a:srgbClr val="524A43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8" type="body"/>
          </p:nvPr>
        </p:nvSpPr>
        <p:spPr>
          <a:xfrm>
            <a:off x="762000" y="4138613"/>
            <a:ext cx="581025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50"/>
              </a:lnSpc>
              <a:spcBef>
                <a:spcPts val="1200"/>
              </a:spcBef>
              <a:spcAft>
                <a:spcPts val="0"/>
              </a:spcAft>
              <a:buClr>
                <a:srgbClr val="E85A91"/>
              </a:buClr>
              <a:buSzPts val="6000"/>
              <a:buFont typeface="Arial"/>
              <a:buNone/>
              <a:defRPr b="0" i="1" sz="6000" u="none" cap="none" strike="noStrike">
                <a:solidFill>
                  <a:srgbClr val="E85A9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— Title and body">
  <p:cSld name="04 — Title and body">
    <p:bg>
      <p:bgPr>
        <a:solidFill>
          <a:srgbClr val="FAF6F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762000" y="2814650"/>
            <a:ext cx="10727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0740"/>
              </a:lnSpc>
              <a:spcBef>
                <a:spcPts val="270"/>
              </a:spcBef>
              <a:spcAft>
                <a:spcPts val="0"/>
              </a:spcAft>
              <a:buClr>
                <a:srgbClr val="524A43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524A4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2" type="body"/>
          </p:nvPr>
        </p:nvSpPr>
        <p:spPr>
          <a:xfrm>
            <a:off x="762000" y="3205163"/>
            <a:ext cx="139350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50"/>
              </a:lnSpc>
              <a:spcBef>
                <a:spcPts val="1200"/>
              </a:spcBef>
              <a:spcAft>
                <a:spcPts val="0"/>
              </a:spcAft>
              <a:buClr>
                <a:srgbClr val="18121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181210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1"/>
          <p:cNvSpPr txBox="1"/>
          <p:nvPr>
            <p:ph idx="3" type="body"/>
          </p:nvPr>
        </p:nvSpPr>
        <p:spPr>
          <a:xfrm>
            <a:off x="762000" y="5262563"/>
            <a:ext cx="805815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9238"/>
              </a:lnSpc>
              <a:spcBef>
                <a:spcPts val="420"/>
              </a:spcBef>
              <a:spcAft>
                <a:spcPts val="0"/>
              </a:spcAft>
              <a:buClr>
                <a:srgbClr val="524A43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— Single idea">
  <p:cSld name="03 — Single idea">
    <p:bg>
      <p:bgPr>
        <a:solidFill>
          <a:srgbClr val="FAF6F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2009775" y="3819525"/>
            <a:ext cx="142779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8400"/>
              </a:lnSpc>
              <a:spcBef>
                <a:spcPts val="1500"/>
              </a:spcBef>
              <a:spcAft>
                <a:spcPts val="0"/>
              </a:spcAft>
              <a:buClr>
                <a:srgbClr val="E85A91"/>
              </a:buClr>
              <a:buSzPts val="7500"/>
              <a:buFont typeface="Arial"/>
              <a:buNone/>
              <a:defRPr b="0" i="1" sz="7500" u="none" cap="none" strike="noStrike">
                <a:solidFill>
                  <a:srgbClr val="E85A9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12"/>
          <p:cNvSpPr txBox="1"/>
          <p:nvPr>
            <p:ph idx="2" type="body"/>
          </p:nvPr>
        </p:nvSpPr>
        <p:spPr>
          <a:xfrm>
            <a:off x="3305175" y="6486525"/>
            <a:ext cx="11687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  <a:buClr>
                <a:srgbClr val="524A43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524A4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— Section divider">
  <p:cSld name="02 — Section divider">
    <p:bg>
      <p:bgPr>
        <a:solidFill>
          <a:srgbClr val="18121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7200"/>
            <a:ext cx="657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2286000" y="3750943"/>
            <a:ext cx="13716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8400"/>
              </a:lnSpc>
              <a:spcBef>
                <a:spcPts val="1500"/>
              </a:spcBef>
              <a:spcAft>
                <a:spcPts val="0"/>
              </a:spcAft>
              <a:buClr>
                <a:srgbClr val="E85A91"/>
              </a:buClr>
              <a:buSzPts val="7500"/>
              <a:buFont typeface="Arial"/>
              <a:buNone/>
              <a:defRPr b="0" i="1" sz="7500" u="none" cap="none" strike="noStrike">
                <a:solidFill>
                  <a:srgbClr val="E85A9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2" type="body"/>
          </p:nvPr>
        </p:nvSpPr>
        <p:spPr>
          <a:xfrm>
            <a:off x="2286000" y="6097902"/>
            <a:ext cx="1371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1840"/>
              </a:lnSpc>
              <a:spcBef>
                <a:spcPts val="576"/>
              </a:spcBef>
              <a:spcAft>
                <a:spcPts val="0"/>
              </a:spcAft>
              <a:buClr>
                <a:srgbClr val="FAF6F0"/>
              </a:buClr>
              <a:buSzPts val="2880"/>
              <a:buFont typeface="Arial"/>
              <a:buNone/>
              <a:defRPr b="0" i="0" sz="2880" u="none" cap="none" strike="noStrike">
                <a:solidFill>
                  <a:srgbClr val="FAF6F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— Opening">
  <p:cSld name="01 — Opening">
    <p:bg>
      <p:bgPr>
        <a:solidFill>
          <a:srgbClr val="18121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1371600"/>
            <a:ext cx="1371600" cy="64127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4"/>
          <p:cNvSpPr txBox="1"/>
          <p:nvPr>
            <p:ph idx="1" type="body"/>
          </p:nvPr>
        </p:nvSpPr>
        <p:spPr>
          <a:xfrm>
            <a:off x="2286000" y="3429000"/>
            <a:ext cx="13716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87833"/>
              </a:lnSpc>
              <a:spcBef>
                <a:spcPts val="1800"/>
              </a:spcBef>
              <a:spcAft>
                <a:spcPts val="0"/>
              </a:spcAft>
              <a:buClr>
                <a:srgbClr val="E85A91"/>
              </a:buClr>
              <a:buSzPts val="9000"/>
              <a:buFont typeface="Arial"/>
              <a:buNone/>
              <a:defRPr b="0" i="1" sz="9000" u="none" cap="none" strike="noStrike">
                <a:solidFill>
                  <a:srgbClr val="E85A9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14"/>
          <p:cNvSpPr txBox="1"/>
          <p:nvPr>
            <p:ph idx="2" type="body"/>
          </p:nvPr>
        </p:nvSpPr>
        <p:spPr>
          <a:xfrm>
            <a:off x="2286000" y="6156959"/>
            <a:ext cx="1371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1840"/>
              </a:lnSpc>
              <a:spcBef>
                <a:spcPts val="576"/>
              </a:spcBef>
              <a:spcAft>
                <a:spcPts val="0"/>
              </a:spcAft>
              <a:buClr>
                <a:srgbClr val="FAF6F0"/>
              </a:buClr>
              <a:buSzPts val="2880"/>
              <a:buFont typeface="Arial"/>
              <a:buNone/>
              <a:defRPr b="0" i="0" sz="2880" u="none" cap="none" strike="noStrike">
                <a:solidFill>
                  <a:srgbClr val="FAF6F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14"/>
          <p:cNvSpPr txBox="1"/>
          <p:nvPr>
            <p:ph idx="3" type="body"/>
          </p:nvPr>
        </p:nvSpPr>
        <p:spPr>
          <a:xfrm>
            <a:off x="914400" y="9761218"/>
            <a:ext cx="1645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1190"/>
              </a:lnSpc>
              <a:spcBef>
                <a:spcPts val="252"/>
              </a:spcBef>
              <a:spcAft>
                <a:spcPts val="0"/>
              </a:spcAft>
              <a:buClr>
                <a:srgbClr val="FAF6F0"/>
              </a:buClr>
              <a:buSzPts val="1260"/>
              <a:buFont typeface="Arial"/>
              <a:buNone/>
              <a:defRPr b="0" i="0" sz="1260" u="none" cap="none" strike="noStrike">
                <a:solidFill>
                  <a:srgbClr val="FAF6F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4" type="body"/>
          </p:nvPr>
        </p:nvSpPr>
        <p:spPr>
          <a:xfrm>
            <a:off x="7239000" y="8829675"/>
            <a:ext cx="392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12175"/>
              </a:lnSpc>
              <a:spcBef>
                <a:spcPts val="432"/>
              </a:spcBef>
              <a:spcAft>
                <a:spcPts val="0"/>
              </a:spcAft>
              <a:buClr>
                <a:srgbClr val="FAF6F0"/>
              </a:buClr>
              <a:buSzPts val="2160"/>
              <a:buFont typeface="Arial"/>
              <a:buNone/>
              <a:defRPr b="0" i="0" sz="2160" u="none" cap="none" strike="noStrike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4"/>
          <p:cNvSpPr txBox="1"/>
          <p:nvPr>
            <p:ph idx="5" type="body"/>
          </p:nvPr>
        </p:nvSpPr>
        <p:spPr>
          <a:xfrm>
            <a:off x="16573500" y="96774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r">
              <a:lnSpc>
                <a:spcPct val="80727"/>
              </a:lnSpc>
              <a:spcBef>
                <a:spcPts val="330"/>
              </a:spcBef>
              <a:spcAft>
                <a:spcPts val="0"/>
              </a:spcAft>
              <a:buClr>
                <a:srgbClr val="FAF6F0"/>
              </a:buClr>
              <a:buSzPts val="1650"/>
              <a:buFont typeface="Arial"/>
              <a:buNone/>
              <a:defRPr b="0" i="0" sz="1650" u="none" cap="none" strike="noStrike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FAF6F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>
              <a:buNone/>
              <a:defRPr sz="1600">
                <a:solidFill>
                  <a:srgbClr val="181210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2009775" y="3819525"/>
            <a:ext cx="14277900" cy="12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lang="en-US"/>
              <a:t>Make a copy of this deck</a:t>
            </a:r>
            <a:endParaRPr/>
          </a:p>
        </p:txBody>
      </p:sp>
      <p:sp>
        <p:nvSpPr>
          <p:cNvPr id="167" name="Google Shape;167;p16"/>
          <p:cNvSpPr txBox="1"/>
          <p:nvPr>
            <p:ph idx="2" type="body"/>
          </p:nvPr>
        </p:nvSpPr>
        <p:spPr>
          <a:xfrm>
            <a:off x="3305175" y="6486525"/>
            <a:ext cx="116871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Do not edit it directly</a:t>
            </a:r>
            <a:endParaRPr/>
          </a:p>
        </p:txBody>
      </p:sp>
      <p:sp>
        <p:nvSpPr>
          <p:cNvPr id="168" name="Google Shape;168;p16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2286000" y="3429000"/>
            <a:ext cx="13716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9000"/>
              <a:buNone/>
            </a:pPr>
            <a:r>
              <a:rPr i="0" lang="en-US">
                <a:solidFill>
                  <a:srgbClr val="FAF6F0"/>
                </a:solidFill>
              </a:rPr>
              <a:t>Presentation title,</a:t>
            </a:r>
            <a:endParaRPr i="0">
              <a:solidFill>
                <a:srgbClr val="FAF6F0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9000"/>
              <a:buNone/>
            </a:pPr>
            <a:r>
              <a:rPr lang="en-US"/>
              <a:t>with emphasis.</a:t>
            </a:r>
            <a:endParaRPr/>
          </a:p>
        </p:txBody>
      </p:sp>
      <p:sp>
        <p:nvSpPr>
          <p:cNvPr id="175" name="Google Shape;175;p17"/>
          <p:cNvSpPr txBox="1"/>
          <p:nvPr>
            <p:ph idx="2" type="body"/>
          </p:nvPr>
        </p:nvSpPr>
        <p:spPr>
          <a:xfrm>
            <a:off x="2286000" y="6156959"/>
            <a:ext cx="1371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475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2800"/>
              <a:buNone/>
            </a:pPr>
            <a:r>
              <a:rPr lang="en-US"/>
              <a:t>A one‑line subtitle or the occasion — customer name, event, date.</a:t>
            </a:r>
            <a:endParaRPr/>
          </a:p>
        </p:txBody>
      </p:sp>
      <p:sp>
        <p:nvSpPr>
          <p:cNvPr id="176" name="Google Shape;176;p17"/>
          <p:cNvSpPr txBox="1"/>
          <p:nvPr>
            <p:ph idx="3" type="body"/>
          </p:nvPr>
        </p:nvSpPr>
        <p:spPr>
          <a:xfrm>
            <a:off x="914400" y="9761218"/>
            <a:ext cx="16459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1200"/>
              <a:buNone/>
            </a:pPr>
            <a:r>
              <a:rPr lang="en-US"/>
              <a:t>Confidential and proprietary. Any use of this material without the specific permission of Rasa is strictly prohibited.</a:t>
            </a:r>
            <a:endParaRPr/>
          </a:p>
        </p:txBody>
      </p:sp>
      <p:sp>
        <p:nvSpPr>
          <p:cNvPr id="177" name="Google Shape;177;p17"/>
          <p:cNvSpPr txBox="1"/>
          <p:nvPr>
            <p:ph idx="4" type="body"/>
          </p:nvPr>
        </p:nvSpPr>
        <p:spPr>
          <a:xfrm>
            <a:off x="7239000" y="8829675"/>
            <a:ext cx="392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38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2100"/>
              <a:buNone/>
            </a:pPr>
            <a:r>
              <a:rPr lang="en-US"/>
              <a:t>RASA  /  SEPTEMBER 2026</a:t>
            </a:r>
            <a:endParaRPr/>
          </a:p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2009775" y="3819525"/>
            <a:ext cx="14277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8400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7500"/>
              <a:buNone/>
            </a:pPr>
            <a:r>
              <a:rPr i="0" lang="en-US">
                <a:solidFill>
                  <a:srgbClr val="181210"/>
                </a:solidFill>
              </a:rPr>
              <a:t>Title. </a:t>
            </a:r>
            <a:br>
              <a:rPr i="0" lang="en-US">
                <a:solidFill>
                  <a:srgbClr val="181210"/>
                </a:solidFill>
              </a:rPr>
            </a:br>
            <a:r>
              <a:rPr lang="en-US"/>
              <a:t>Title.</a:t>
            </a:r>
            <a:endParaRPr/>
          </a:p>
        </p:txBody>
      </p:sp>
      <p:sp>
        <p:nvSpPr>
          <p:cNvPr id="185" name="Google Shape;185;p18"/>
          <p:cNvSpPr txBox="1"/>
          <p:nvPr>
            <p:ph idx="2" type="body"/>
          </p:nvPr>
        </p:nvSpPr>
        <p:spPr>
          <a:xfrm>
            <a:off x="3305175" y="6486525"/>
            <a:ext cx="11687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3000"/>
              <a:buNone/>
            </a:pPr>
            <a:r>
              <a:rPr lang="en-US"/>
              <a:t>Use this layout for a single big idea.  Keep it to two lines.</a:t>
            </a:r>
            <a:br>
              <a:rPr lang="en-US"/>
            </a:br>
            <a:endParaRPr/>
          </a:p>
        </p:txBody>
      </p:sp>
      <p:sp>
        <p:nvSpPr>
          <p:cNvPr id="186" name="Google Shape;186;p18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2286000" y="3750943"/>
            <a:ext cx="13716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7500"/>
              <a:buNone/>
            </a:pPr>
            <a:r>
              <a:rPr i="0" lang="en-US">
                <a:solidFill>
                  <a:schemeClr val="lt1"/>
                </a:solidFill>
              </a:rPr>
              <a:t>A section divider</a:t>
            </a:r>
            <a:endParaRPr i="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7500"/>
              <a:buNone/>
            </a:pPr>
            <a:r>
              <a:rPr i="0" lang="en-US">
                <a:solidFill>
                  <a:schemeClr val="lt1"/>
                </a:solidFill>
              </a:rPr>
              <a:t>for a new chapter.</a:t>
            </a:r>
            <a:endParaRPr i="0">
              <a:solidFill>
                <a:schemeClr val="lt1"/>
              </a:solidFill>
            </a:endParaRPr>
          </a:p>
        </p:txBody>
      </p:sp>
      <p:sp>
        <p:nvSpPr>
          <p:cNvPr id="193" name="Google Shape;193;p19"/>
          <p:cNvSpPr txBox="1"/>
          <p:nvPr>
            <p:ph idx="2" type="body"/>
          </p:nvPr>
        </p:nvSpPr>
        <p:spPr>
          <a:xfrm>
            <a:off x="2286000" y="6097902"/>
            <a:ext cx="13716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475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2800"/>
              <a:buNone/>
            </a:pPr>
            <a:r>
              <a:rPr lang="en-US"/>
              <a:t>Optional supporting line that frames what comes next.</a:t>
            </a:r>
            <a:endParaRPr/>
          </a:p>
        </p:txBody>
      </p:sp>
      <p:sp>
        <p:nvSpPr>
          <p:cNvPr id="194" name="Google Shape;194;p19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9258300" y="3000375"/>
            <a:ext cx="381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Customize it</a:t>
            </a:r>
            <a:endParaRPr/>
          </a:p>
        </p:txBody>
      </p:sp>
      <p:sp>
        <p:nvSpPr>
          <p:cNvPr id="201" name="Google Shape;201;p20"/>
          <p:cNvSpPr txBox="1"/>
          <p:nvPr>
            <p:ph idx="2" type="body"/>
          </p:nvPr>
        </p:nvSpPr>
        <p:spPr>
          <a:xfrm>
            <a:off x="9258300" y="3629025"/>
            <a:ext cx="4048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The platform is open code, so there is no ceiling to what you can do with Rasa.</a:t>
            </a:r>
            <a:endParaRPr/>
          </a:p>
        </p:txBody>
      </p:sp>
      <p:sp>
        <p:nvSpPr>
          <p:cNvPr id="202" name="Google Shape;202;p20"/>
          <p:cNvSpPr txBox="1"/>
          <p:nvPr>
            <p:ph idx="3" type="body"/>
          </p:nvPr>
        </p:nvSpPr>
        <p:spPr>
          <a:xfrm>
            <a:off x="9258300" y="4581525"/>
            <a:ext cx="381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Connect it</a:t>
            </a:r>
            <a:endParaRPr/>
          </a:p>
        </p:txBody>
      </p:sp>
      <p:sp>
        <p:nvSpPr>
          <p:cNvPr id="203" name="Google Shape;203;p20"/>
          <p:cNvSpPr txBox="1"/>
          <p:nvPr>
            <p:ph idx="4" type="body"/>
          </p:nvPr>
        </p:nvSpPr>
        <p:spPr>
          <a:xfrm>
            <a:off x="9258300" y="5210175"/>
            <a:ext cx="4048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Orchestrate the whole system, or let Rasa agents sit alongside your existing agents.</a:t>
            </a:r>
            <a:endParaRPr/>
          </a:p>
        </p:txBody>
      </p:sp>
      <p:sp>
        <p:nvSpPr>
          <p:cNvPr id="204" name="Google Shape;204;p20"/>
          <p:cNvSpPr txBox="1"/>
          <p:nvPr>
            <p:ph idx="5" type="body"/>
          </p:nvPr>
        </p:nvSpPr>
        <p:spPr>
          <a:xfrm>
            <a:off x="9258300" y="6162675"/>
            <a:ext cx="3810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Own it</a:t>
            </a:r>
            <a:endParaRPr/>
          </a:p>
        </p:txBody>
      </p:sp>
      <p:sp>
        <p:nvSpPr>
          <p:cNvPr id="205" name="Google Shape;205;p20"/>
          <p:cNvSpPr txBox="1"/>
          <p:nvPr>
            <p:ph idx="6" type="body"/>
          </p:nvPr>
        </p:nvSpPr>
        <p:spPr>
          <a:xfrm>
            <a:off x="9258300" y="6791325"/>
            <a:ext cx="4048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Each team is empowered to build their own agents on a shared foundation.</a:t>
            </a:r>
            <a:endParaRPr/>
          </a:p>
        </p:txBody>
      </p:sp>
      <p:sp>
        <p:nvSpPr>
          <p:cNvPr id="206" name="Google Shape;206;p20"/>
          <p:cNvSpPr txBox="1"/>
          <p:nvPr>
            <p:ph idx="7" type="body"/>
          </p:nvPr>
        </p:nvSpPr>
        <p:spPr>
          <a:xfrm>
            <a:off x="762000" y="3748075"/>
            <a:ext cx="3107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846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300"/>
              <a:buNone/>
            </a:pPr>
            <a:r>
              <a:rPr lang="en-US"/>
              <a:t>TWO COLUMN</a:t>
            </a:r>
            <a:endParaRPr/>
          </a:p>
        </p:txBody>
      </p:sp>
      <p:sp>
        <p:nvSpPr>
          <p:cNvPr id="207" name="Google Shape;207;p20"/>
          <p:cNvSpPr txBox="1"/>
          <p:nvPr>
            <p:ph idx="8" type="body"/>
          </p:nvPr>
        </p:nvSpPr>
        <p:spPr>
          <a:xfrm>
            <a:off x="762000" y="4138613"/>
            <a:ext cx="581025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50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6000"/>
              <a:buNone/>
            </a:pPr>
            <a:r>
              <a:rPr i="0" lang="en-US">
                <a:solidFill>
                  <a:srgbClr val="181210"/>
                </a:solidFill>
              </a:rPr>
              <a:t>Lay a foundation every </a:t>
            </a:r>
            <a:r>
              <a:rPr lang="en-US"/>
              <a:t>team can build</a:t>
            </a:r>
            <a:r>
              <a:rPr i="0" lang="en-US">
                <a:solidFill>
                  <a:srgbClr val="181210"/>
                </a:solidFill>
              </a:rPr>
              <a:t> on.</a:t>
            </a:r>
            <a:endParaRPr i="0">
              <a:solidFill>
                <a:srgbClr val="181210"/>
              </a:solidFill>
            </a:endParaRPr>
          </a:p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762000" y="3643325"/>
            <a:ext cx="4620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846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300"/>
              <a:buNone/>
            </a:pPr>
            <a:r>
              <a:rPr lang="en-US"/>
              <a:t>IMAGE RIGHT</a:t>
            </a:r>
            <a:endParaRPr/>
          </a:p>
        </p:txBody>
      </p:sp>
      <p:sp>
        <p:nvSpPr>
          <p:cNvPr id="215" name="Google Shape;215;p21"/>
          <p:cNvSpPr txBox="1"/>
          <p:nvPr>
            <p:ph idx="2" type="body"/>
          </p:nvPr>
        </p:nvSpPr>
        <p:spPr>
          <a:xfrm>
            <a:off x="762000" y="4033837"/>
            <a:ext cx="8115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50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6000"/>
              <a:buNone/>
            </a:pPr>
            <a:r>
              <a:rPr lang="en-US"/>
              <a:t>Since 2016 we've helped teams to build agents.</a:t>
            </a:r>
            <a:endParaRPr/>
          </a:p>
        </p:txBody>
      </p:sp>
      <p:sp>
        <p:nvSpPr>
          <p:cNvPr id="216" name="Google Shape;216;p21"/>
          <p:cNvSpPr txBox="1"/>
          <p:nvPr>
            <p:ph idx="3" type="body"/>
          </p:nvPr>
        </p:nvSpPr>
        <p:spPr>
          <a:xfrm>
            <a:off x="762000" y="6091238"/>
            <a:ext cx="62293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8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100"/>
              <a:buNone/>
            </a:pPr>
            <a:r>
              <a:rPr lang="en-US"/>
              <a:t>Pair a headline with a product visual, photo or diagram. Keep busy Dotfield areas away from text.</a:t>
            </a:r>
            <a:endParaRPr/>
          </a:p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762000" y="2847975"/>
            <a:ext cx="68961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46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7500"/>
              <a:buNone/>
            </a:pPr>
            <a:r>
              <a:rPr lang="en-US"/>
              <a:t>Three points, evenly weighted.</a:t>
            </a:r>
            <a:endParaRPr/>
          </a:p>
        </p:txBody>
      </p:sp>
      <p:sp>
        <p:nvSpPr>
          <p:cNvPr id="224" name="Google Shape;224;p22"/>
          <p:cNvSpPr txBox="1"/>
          <p:nvPr>
            <p:ph idx="2" type="body"/>
          </p:nvPr>
        </p:nvSpPr>
        <p:spPr>
          <a:xfrm>
            <a:off x="6477000" y="5419725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Evaluate, automatically.</a:t>
            </a:r>
            <a:endParaRPr/>
          </a:p>
        </p:txBody>
      </p:sp>
      <p:sp>
        <p:nvSpPr>
          <p:cNvPr id="225" name="Google Shape;225;p22"/>
          <p:cNvSpPr txBox="1"/>
          <p:nvPr>
            <p:ph idx="3" type="body"/>
          </p:nvPr>
        </p:nvSpPr>
        <p:spPr>
          <a:xfrm>
            <a:off x="12192000" y="5419725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Iterate, confidently.</a:t>
            </a:r>
            <a:endParaRPr/>
          </a:p>
        </p:txBody>
      </p:sp>
      <p:sp>
        <p:nvSpPr>
          <p:cNvPr id="226" name="Google Shape;226;p22"/>
          <p:cNvSpPr txBox="1"/>
          <p:nvPr>
            <p:ph idx="4" type="body"/>
          </p:nvPr>
        </p:nvSpPr>
        <p:spPr>
          <a:xfrm>
            <a:off x="762000" y="5419725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Build, rapidly.</a:t>
            </a:r>
            <a:endParaRPr/>
          </a:p>
        </p:txBody>
      </p:sp>
      <p:sp>
        <p:nvSpPr>
          <p:cNvPr id="227" name="Google Shape;227;p22"/>
          <p:cNvSpPr txBox="1"/>
          <p:nvPr>
            <p:ph idx="5" type="body"/>
          </p:nvPr>
        </p:nvSpPr>
        <p:spPr>
          <a:xfrm>
            <a:off x="762000" y="6048375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Build your agent in natural language. Prompt to start, then fine‑tune in the UI or in code.</a:t>
            </a:r>
            <a:br>
              <a:rPr lang="en-US"/>
            </a:br>
            <a:endParaRPr/>
          </a:p>
        </p:txBody>
      </p:sp>
      <p:sp>
        <p:nvSpPr>
          <p:cNvPr id="228" name="Google Shape;228;p22"/>
          <p:cNvSpPr txBox="1"/>
          <p:nvPr>
            <p:ph idx="6" type="body"/>
          </p:nvPr>
        </p:nvSpPr>
        <p:spPr>
          <a:xfrm>
            <a:off x="6477000" y="6048375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A hundred simulated customers can test your agent before the first real one calls.</a:t>
            </a:r>
            <a:br>
              <a:rPr lang="en-US"/>
            </a:br>
            <a:endParaRPr/>
          </a:p>
        </p:txBody>
      </p:sp>
      <p:sp>
        <p:nvSpPr>
          <p:cNvPr id="229" name="Google Shape;229;p22"/>
          <p:cNvSpPr txBox="1"/>
          <p:nvPr>
            <p:ph idx="7" type="body"/>
          </p:nvPr>
        </p:nvSpPr>
        <p:spPr>
          <a:xfrm>
            <a:off x="12192000" y="6048375"/>
            <a:ext cx="487680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Teams release on their own timelines through a robust, automated pipeline.</a:t>
            </a:r>
            <a:endParaRPr/>
          </a:p>
          <a:p>
            <a:pPr indent="0" lvl="0" marL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187"/>
              </a:lnSpc>
              <a:spcBef>
                <a:spcPts val="32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30" name="Google Shape;230;p22"/>
          <p:cNvSpPr txBox="1"/>
          <p:nvPr>
            <p:ph idx="8" type="body"/>
          </p:nvPr>
        </p:nvSpPr>
        <p:spPr>
          <a:xfrm>
            <a:off x="762000" y="2476500"/>
            <a:ext cx="10591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846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300"/>
              <a:buNone/>
            </a:pPr>
            <a:r>
              <a:rPr lang="en-US"/>
              <a:t>THREE COLUMN</a:t>
            </a:r>
            <a:endParaRPr/>
          </a:p>
        </p:txBody>
      </p:sp>
      <p:sp>
        <p:nvSpPr>
          <p:cNvPr id="231" name="Google Shape;231;p22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762000" y="2171700"/>
            <a:ext cx="68961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46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7500"/>
              <a:buNone/>
            </a:pPr>
            <a:r>
              <a:rPr lang="en-US"/>
              <a:t>Three points, evenly weighted.</a:t>
            </a:r>
            <a:endParaRPr/>
          </a:p>
        </p:txBody>
      </p:sp>
      <p:sp>
        <p:nvSpPr>
          <p:cNvPr id="238" name="Google Shape;238;p23"/>
          <p:cNvSpPr txBox="1"/>
          <p:nvPr>
            <p:ph idx="2" type="body"/>
          </p:nvPr>
        </p:nvSpPr>
        <p:spPr>
          <a:xfrm>
            <a:off x="6477000" y="7696200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Evaluate, automatically.</a:t>
            </a:r>
            <a:endParaRPr/>
          </a:p>
        </p:txBody>
      </p:sp>
      <p:sp>
        <p:nvSpPr>
          <p:cNvPr id="239" name="Google Shape;239;p23"/>
          <p:cNvSpPr txBox="1"/>
          <p:nvPr>
            <p:ph idx="3" type="body"/>
          </p:nvPr>
        </p:nvSpPr>
        <p:spPr>
          <a:xfrm>
            <a:off x="12192000" y="7696200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Iterate, confidently.</a:t>
            </a:r>
            <a:endParaRPr/>
          </a:p>
        </p:txBody>
      </p:sp>
      <p:sp>
        <p:nvSpPr>
          <p:cNvPr id="240" name="Google Shape;240;p23"/>
          <p:cNvSpPr txBox="1"/>
          <p:nvPr>
            <p:ph idx="4" type="body"/>
          </p:nvPr>
        </p:nvSpPr>
        <p:spPr>
          <a:xfrm>
            <a:off x="762000" y="7696200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Build, rapidly.</a:t>
            </a:r>
            <a:endParaRPr/>
          </a:p>
        </p:txBody>
      </p:sp>
      <p:sp>
        <p:nvSpPr>
          <p:cNvPr id="241" name="Google Shape;241;p23"/>
          <p:cNvSpPr txBox="1"/>
          <p:nvPr>
            <p:ph idx="5" type="body"/>
          </p:nvPr>
        </p:nvSpPr>
        <p:spPr>
          <a:xfrm>
            <a:off x="762000" y="8324850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Build your agent in natural language. Prompt to start, then fine‑tune in the UI or in code.</a:t>
            </a:r>
            <a:br>
              <a:rPr lang="en-US"/>
            </a:br>
            <a:endParaRPr/>
          </a:p>
        </p:txBody>
      </p:sp>
      <p:sp>
        <p:nvSpPr>
          <p:cNvPr id="242" name="Google Shape;242;p23"/>
          <p:cNvSpPr txBox="1"/>
          <p:nvPr>
            <p:ph idx="6" type="body"/>
          </p:nvPr>
        </p:nvSpPr>
        <p:spPr>
          <a:xfrm>
            <a:off x="6477000" y="8324850"/>
            <a:ext cx="4876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A hundred simulated customers can test your agent before the first real one calls.</a:t>
            </a:r>
            <a:br>
              <a:rPr lang="en-US"/>
            </a:br>
            <a:endParaRPr/>
          </a:p>
        </p:txBody>
      </p:sp>
      <p:sp>
        <p:nvSpPr>
          <p:cNvPr id="243" name="Google Shape;243;p23"/>
          <p:cNvSpPr txBox="1"/>
          <p:nvPr>
            <p:ph idx="7" type="body"/>
          </p:nvPr>
        </p:nvSpPr>
        <p:spPr>
          <a:xfrm>
            <a:off x="12192000" y="8324850"/>
            <a:ext cx="4876800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187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Teams release on their own timelines through a robust, automated pipeline.</a:t>
            </a:r>
            <a:endParaRPr/>
          </a:p>
          <a:p>
            <a:pPr indent="0" lvl="0" marL="0" rtl="0" algn="l">
              <a:lnSpc>
                <a:spcPct val="102000"/>
              </a:lnSpc>
              <a:spcBef>
                <a:spcPts val="330"/>
              </a:spcBef>
              <a:spcAft>
                <a:spcPts val="0"/>
              </a:spcAft>
              <a:buClr>
                <a:srgbClr val="524A43"/>
              </a:buClr>
              <a:buSzPts val="165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187"/>
              </a:lnSpc>
              <a:spcBef>
                <a:spcPts val="320"/>
              </a:spcBef>
              <a:spcAft>
                <a:spcPts val="0"/>
              </a:spcAft>
              <a:buClr>
                <a:srgbClr val="524A43"/>
              </a:buClr>
              <a:buSzPts val="16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44" name="Google Shape;244;p23"/>
          <p:cNvSpPr txBox="1"/>
          <p:nvPr>
            <p:ph idx="8" type="body"/>
          </p:nvPr>
        </p:nvSpPr>
        <p:spPr>
          <a:xfrm>
            <a:off x="762000" y="1800225"/>
            <a:ext cx="7197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846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300"/>
              <a:buNone/>
            </a:pPr>
            <a:r>
              <a:rPr lang="en-US"/>
              <a:t>THREE COLUMN</a:t>
            </a:r>
            <a:endParaRPr/>
          </a:p>
        </p:txBody>
      </p:sp>
      <p:sp>
        <p:nvSpPr>
          <p:cNvPr id="245" name="Google Shape;245;p23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idx="1" type="body"/>
          </p:nvPr>
        </p:nvSpPr>
        <p:spPr>
          <a:xfrm>
            <a:off x="1276350" y="4667250"/>
            <a:ext cx="2905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5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200"/>
              <a:buNone/>
            </a:pPr>
            <a:r>
              <a:rPr lang="en-US"/>
              <a:t>TELECOMMUNICATIONS</a:t>
            </a:r>
            <a:endParaRPr/>
          </a:p>
        </p:txBody>
      </p:sp>
      <p:sp>
        <p:nvSpPr>
          <p:cNvPr id="252" name="Google Shape;252;p24"/>
          <p:cNvSpPr txBox="1"/>
          <p:nvPr>
            <p:ph idx="2" type="body"/>
          </p:nvPr>
        </p:nvSpPr>
        <p:spPr>
          <a:xfrm>
            <a:off x="6934200" y="4667250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5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200"/>
              <a:buNone/>
            </a:pPr>
            <a:r>
              <a:rPr lang="en-US"/>
              <a:t>FINANCIAL SERVICES</a:t>
            </a:r>
            <a:endParaRPr/>
          </a:p>
        </p:txBody>
      </p:sp>
      <p:sp>
        <p:nvSpPr>
          <p:cNvPr id="253" name="Google Shape;253;p24"/>
          <p:cNvSpPr txBox="1"/>
          <p:nvPr>
            <p:ph idx="3" type="body"/>
          </p:nvPr>
        </p:nvSpPr>
        <p:spPr>
          <a:xfrm>
            <a:off x="12592050" y="4667250"/>
            <a:ext cx="2914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5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200"/>
              <a:buNone/>
            </a:pPr>
            <a:r>
              <a:rPr lang="en-US"/>
              <a:t>FINANCIAL SERVICES</a:t>
            </a:r>
            <a:endParaRPr/>
          </a:p>
        </p:txBody>
      </p:sp>
      <p:sp>
        <p:nvSpPr>
          <p:cNvPr id="254" name="Google Shape;254;p24"/>
          <p:cNvSpPr txBox="1"/>
          <p:nvPr>
            <p:ph idx="4" type="body"/>
          </p:nvPr>
        </p:nvSpPr>
        <p:spPr>
          <a:xfrm>
            <a:off x="12592050" y="5400675"/>
            <a:ext cx="2914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5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200"/>
              <a:buNone/>
            </a:pPr>
            <a:r>
              <a:rPr lang="en-US"/>
              <a:t>TRADER DESK</a:t>
            </a:r>
            <a:endParaRPr/>
          </a:p>
        </p:txBody>
      </p:sp>
      <p:sp>
        <p:nvSpPr>
          <p:cNvPr id="255" name="Google Shape;255;p24"/>
          <p:cNvSpPr txBox="1"/>
          <p:nvPr>
            <p:ph idx="5" type="body"/>
          </p:nvPr>
        </p:nvSpPr>
        <p:spPr>
          <a:xfrm>
            <a:off x="1276350" y="5029200"/>
            <a:ext cx="2905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Swisscom</a:t>
            </a:r>
            <a:endParaRPr/>
          </a:p>
        </p:txBody>
      </p:sp>
      <p:sp>
        <p:nvSpPr>
          <p:cNvPr id="256" name="Google Shape;256;p24"/>
          <p:cNvSpPr txBox="1"/>
          <p:nvPr>
            <p:ph idx="6" type="body"/>
          </p:nvPr>
        </p:nvSpPr>
        <p:spPr>
          <a:xfrm>
            <a:off x="6934200" y="50292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JPMorgan Chase</a:t>
            </a:r>
            <a:endParaRPr/>
          </a:p>
        </p:txBody>
      </p:sp>
      <p:sp>
        <p:nvSpPr>
          <p:cNvPr id="257" name="Google Shape;257;p24"/>
          <p:cNvSpPr txBox="1"/>
          <p:nvPr>
            <p:ph idx="7" type="body"/>
          </p:nvPr>
        </p:nvSpPr>
        <p:spPr>
          <a:xfrm>
            <a:off x="12592050" y="5029200"/>
            <a:ext cx="2914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33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3000"/>
              <a:buNone/>
            </a:pPr>
            <a:r>
              <a:rPr lang="en-US"/>
              <a:t>Bank of America</a:t>
            </a:r>
            <a:endParaRPr/>
          </a:p>
        </p:txBody>
      </p:sp>
      <p:sp>
        <p:nvSpPr>
          <p:cNvPr id="258" name="Google Shape;258;p24"/>
          <p:cNvSpPr txBox="1"/>
          <p:nvPr>
            <p:ph idx="8" type="body"/>
          </p:nvPr>
        </p:nvSpPr>
        <p:spPr>
          <a:xfrm>
            <a:off x="1257300" y="5905500"/>
            <a:ext cx="37338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1330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11800"/>
              <a:buNone/>
            </a:pPr>
            <a:r>
              <a:rPr lang="en-US"/>
              <a:t>50%</a:t>
            </a:r>
            <a:endParaRPr/>
          </a:p>
        </p:txBody>
      </p:sp>
      <p:sp>
        <p:nvSpPr>
          <p:cNvPr id="259" name="Google Shape;259;p24"/>
          <p:cNvSpPr txBox="1"/>
          <p:nvPr>
            <p:ph idx="9" type="body"/>
          </p:nvPr>
        </p:nvSpPr>
        <p:spPr>
          <a:xfrm>
            <a:off x="6924675" y="5886450"/>
            <a:ext cx="3790950" cy="1438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1330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11800"/>
              <a:buNone/>
            </a:pPr>
            <a:r>
              <a:rPr lang="en-US"/>
              <a:t>40M</a:t>
            </a:r>
            <a:endParaRPr/>
          </a:p>
        </p:txBody>
      </p:sp>
      <p:sp>
        <p:nvSpPr>
          <p:cNvPr id="260" name="Google Shape;260;p24"/>
          <p:cNvSpPr txBox="1"/>
          <p:nvPr>
            <p:ph idx="13" type="body"/>
          </p:nvPr>
        </p:nvSpPr>
        <p:spPr>
          <a:xfrm>
            <a:off x="12582525" y="5905500"/>
            <a:ext cx="380047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1330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11800"/>
              <a:buNone/>
            </a:pPr>
            <a:r>
              <a:rPr lang="en-US"/>
              <a:t>20</a:t>
            </a:r>
            <a:endParaRPr/>
          </a:p>
        </p:txBody>
      </p:sp>
      <p:sp>
        <p:nvSpPr>
          <p:cNvPr id="261" name="Google Shape;261;p24"/>
          <p:cNvSpPr txBox="1"/>
          <p:nvPr>
            <p:ph idx="14" type="body"/>
          </p:nvPr>
        </p:nvSpPr>
        <p:spPr>
          <a:xfrm>
            <a:off x="1276350" y="7400925"/>
            <a:ext cx="3571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636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2200"/>
              <a:buNone/>
            </a:pPr>
            <a:r>
              <a:rPr lang="en-US"/>
              <a:t>Cost reduction in OpX</a:t>
            </a:r>
            <a:endParaRPr/>
          </a:p>
        </p:txBody>
      </p:sp>
      <p:sp>
        <p:nvSpPr>
          <p:cNvPr id="262" name="Google Shape;262;p24"/>
          <p:cNvSpPr txBox="1"/>
          <p:nvPr>
            <p:ph idx="15" type="body"/>
          </p:nvPr>
        </p:nvSpPr>
        <p:spPr>
          <a:xfrm>
            <a:off x="6934200" y="7419975"/>
            <a:ext cx="4751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636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2200"/>
              <a:buNone/>
            </a:pPr>
            <a:r>
              <a:rPr lang="en-US"/>
              <a:t>Customer engagements annually</a:t>
            </a:r>
            <a:endParaRPr/>
          </a:p>
        </p:txBody>
      </p:sp>
      <p:sp>
        <p:nvSpPr>
          <p:cNvPr id="263" name="Google Shape;263;p24"/>
          <p:cNvSpPr txBox="1"/>
          <p:nvPr>
            <p:ph idx="16" type="body"/>
          </p:nvPr>
        </p:nvSpPr>
        <p:spPr>
          <a:xfrm>
            <a:off x="12582525" y="7400925"/>
            <a:ext cx="4751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636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200"/>
              <a:buNone/>
            </a:pPr>
            <a:r>
              <a:rPr lang="en-US"/>
              <a:t>Agents for different trader desks</a:t>
            </a:r>
            <a:endParaRPr/>
          </a:p>
        </p:txBody>
      </p:sp>
      <p:sp>
        <p:nvSpPr>
          <p:cNvPr id="264" name="Google Shape;264;p24"/>
          <p:cNvSpPr txBox="1"/>
          <p:nvPr>
            <p:ph idx="17" type="body"/>
          </p:nvPr>
        </p:nvSpPr>
        <p:spPr>
          <a:xfrm>
            <a:off x="5133975" y="4714875"/>
            <a:ext cx="3619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22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900"/>
              <a:buNone/>
            </a:pPr>
            <a:r>
              <a:rPr lang="en-US"/>
              <a:t>VOICE</a:t>
            </a:r>
            <a:endParaRPr/>
          </a:p>
        </p:txBody>
      </p:sp>
      <p:sp>
        <p:nvSpPr>
          <p:cNvPr id="265" name="Google Shape;265;p24"/>
          <p:cNvSpPr txBox="1"/>
          <p:nvPr>
            <p:ph idx="18" type="body"/>
          </p:nvPr>
        </p:nvSpPr>
        <p:spPr>
          <a:xfrm>
            <a:off x="10001250" y="4714875"/>
            <a:ext cx="13620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22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900"/>
              <a:buNone/>
            </a:pPr>
            <a:r>
              <a:rPr lang="en-US"/>
              <a:t>CUSTOMER EXPERIENCE</a:t>
            </a:r>
            <a:endParaRPr/>
          </a:p>
        </p:txBody>
      </p:sp>
      <p:sp>
        <p:nvSpPr>
          <p:cNvPr id="266" name="Google Shape;266;p24"/>
          <p:cNvSpPr txBox="1"/>
          <p:nvPr>
            <p:ph idx="19" type="body"/>
          </p:nvPr>
        </p:nvSpPr>
        <p:spPr>
          <a:xfrm>
            <a:off x="15621000" y="4695825"/>
            <a:ext cx="13620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22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900"/>
              <a:buNone/>
            </a:pPr>
            <a:r>
              <a:rPr lang="en-US"/>
              <a:t>EMPLOYEE EXPERIENCE</a:t>
            </a:r>
            <a:endParaRPr/>
          </a:p>
        </p:txBody>
      </p:sp>
      <p:sp>
        <p:nvSpPr>
          <p:cNvPr id="267" name="Google Shape;267;p24"/>
          <p:cNvSpPr txBox="1"/>
          <p:nvPr>
            <p:ph idx="20" type="body"/>
          </p:nvPr>
        </p:nvSpPr>
        <p:spPr>
          <a:xfrm>
            <a:off x="1924050" y="1438275"/>
            <a:ext cx="14449425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746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7500"/>
              <a:buNone/>
            </a:pPr>
            <a:r>
              <a:rPr i="0" lang="en-US">
                <a:solidFill>
                  <a:srgbClr val="181210"/>
                </a:solidFill>
              </a:rPr>
              <a:t>Brands with agents </a:t>
            </a:r>
            <a:br>
              <a:rPr lang="en-US"/>
            </a:br>
            <a:r>
              <a:rPr lang="en-US"/>
              <a:t>built to last.</a:t>
            </a:r>
            <a:endParaRPr/>
          </a:p>
        </p:txBody>
      </p:sp>
      <p:sp>
        <p:nvSpPr>
          <p:cNvPr id="268" name="Google Shape;268;p24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>
            <p:ph idx="1" type="body"/>
          </p:nvPr>
        </p:nvSpPr>
        <p:spPr>
          <a:xfrm>
            <a:off x="2647950" y="3695700"/>
            <a:ext cx="12992100" cy="353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75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6000"/>
              <a:buNone/>
            </a:pPr>
            <a:r>
              <a:rPr lang="en-US"/>
              <a:t>We don't want to be building our own AIs at all. We want to sit and broker and orchestrate traffic, so we can give customers the choice.</a:t>
            </a:r>
            <a:endParaRPr/>
          </a:p>
        </p:txBody>
      </p:sp>
      <p:sp>
        <p:nvSpPr>
          <p:cNvPr id="275" name="Google Shape;275;p25"/>
          <p:cNvSpPr txBox="1"/>
          <p:nvPr>
            <p:ph idx="2" type="body"/>
          </p:nvPr>
        </p:nvSpPr>
        <p:spPr>
          <a:xfrm>
            <a:off x="8610600" y="1924050"/>
            <a:ext cx="10668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751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22500"/>
              <a:buNone/>
            </a:pPr>
            <a:r>
              <a:rPr lang="en-US"/>
              <a:t>“</a:t>
            </a:r>
            <a:endParaRPr/>
          </a:p>
        </p:txBody>
      </p:sp>
      <p:sp>
        <p:nvSpPr>
          <p:cNvPr id="276" name="Google Shape;276;p25"/>
          <p:cNvSpPr txBox="1"/>
          <p:nvPr>
            <p:ph idx="1" type="body"/>
          </p:nvPr>
        </p:nvSpPr>
        <p:spPr>
          <a:xfrm>
            <a:off x="16573500" y="96774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8325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1600"/>
              <a:buNone/>
            </a:pPr>
            <a:r>
              <a:rPr lang="en-US"/>
              <a:t>10.</a:t>
            </a:r>
            <a:endParaRPr/>
          </a:p>
        </p:txBody>
      </p:sp>
      <p:sp>
        <p:nvSpPr>
          <p:cNvPr id="277" name="Google Shape;277;p25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/>
          <p:nvPr>
            <p:ph idx="1" type="body"/>
          </p:nvPr>
        </p:nvSpPr>
        <p:spPr>
          <a:xfrm>
            <a:off x="2624225" y="2809875"/>
            <a:ext cx="130395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744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9000"/>
              <a:buNone/>
            </a:pPr>
            <a:r>
              <a:rPr i="0" lang="en-US">
                <a:solidFill>
                  <a:srgbClr val="FAF6F0"/>
                </a:solidFill>
              </a:rPr>
              <a:t>Want to see what your agent factory can look like</a:t>
            </a:r>
            <a:r>
              <a:rPr lang="en-US"/>
              <a:t> with Rasa?</a:t>
            </a:r>
            <a:endParaRPr/>
          </a:p>
        </p:txBody>
      </p:sp>
      <p:sp>
        <p:nvSpPr>
          <p:cNvPr id="284" name="Google Shape;284;p26"/>
          <p:cNvSpPr txBox="1"/>
          <p:nvPr>
            <p:ph idx="2" type="body"/>
          </p:nvPr>
        </p:nvSpPr>
        <p:spPr>
          <a:xfrm>
            <a:off x="5457825" y="7019925"/>
            <a:ext cx="7381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9233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3000"/>
              <a:buNone/>
            </a:pPr>
            <a:r>
              <a:rPr lang="en-US"/>
              <a:t>We’ll build you a V1 in a week, no obligations</a:t>
            </a:r>
            <a:endParaRPr/>
          </a:p>
        </p:txBody>
      </p:sp>
      <p:sp>
        <p:nvSpPr>
          <p:cNvPr id="285" name="Google Shape;285;p26"/>
          <p:cNvSpPr txBox="1"/>
          <p:nvPr>
            <p:ph idx="1" type="body"/>
          </p:nvPr>
        </p:nvSpPr>
        <p:spPr>
          <a:xfrm>
            <a:off x="16573500" y="96774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8325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1600"/>
              <a:buNone/>
            </a:pPr>
            <a:r>
              <a:rPr lang="en-US"/>
              <a:t>12.</a:t>
            </a:r>
            <a:endParaRPr/>
          </a:p>
        </p:txBody>
      </p:sp>
      <p:sp>
        <p:nvSpPr>
          <p:cNvPr id="286" name="Google Shape;286;p26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/>
          <p:nvPr>
            <p:ph idx="1" type="body"/>
          </p:nvPr>
        </p:nvSpPr>
        <p:spPr>
          <a:xfrm>
            <a:off x="2286000" y="3429000"/>
            <a:ext cx="137160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244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8600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293" name="Google Shape;293;p27"/>
          <p:cNvSpPr txBox="1"/>
          <p:nvPr>
            <p:ph idx="2" type="body"/>
          </p:nvPr>
        </p:nvSpPr>
        <p:spPr>
          <a:xfrm>
            <a:off x="2286000" y="4890134"/>
            <a:ext cx="1371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944"/>
              </a:lnSpc>
              <a:spcBef>
                <a:spcPts val="0"/>
              </a:spcBef>
              <a:spcAft>
                <a:spcPts val="0"/>
              </a:spcAft>
              <a:buClr>
                <a:srgbClr val="E85A91"/>
              </a:buClr>
              <a:buSzPts val="3600"/>
              <a:buNone/>
            </a:pPr>
            <a:r>
              <a:rPr lang="en-US"/>
              <a:t>Q&amp;A</a:t>
            </a:r>
            <a:endParaRPr/>
          </a:p>
        </p:txBody>
      </p:sp>
      <p:sp>
        <p:nvSpPr>
          <p:cNvPr id="294" name="Google Shape;294;p27"/>
          <p:cNvSpPr txBox="1"/>
          <p:nvPr>
            <p:ph idx="3" type="body"/>
          </p:nvPr>
        </p:nvSpPr>
        <p:spPr>
          <a:xfrm>
            <a:off x="7458075" y="7888607"/>
            <a:ext cx="33718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2500"/>
              <a:buNone/>
            </a:pPr>
            <a:r>
              <a:rPr lang="en-US"/>
              <a:t>Name Surname</a:t>
            </a:r>
            <a:endParaRPr/>
          </a:p>
        </p:txBody>
      </p:sp>
      <p:sp>
        <p:nvSpPr>
          <p:cNvPr id="295" name="Google Shape;295;p27"/>
          <p:cNvSpPr txBox="1"/>
          <p:nvPr>
            <p:ph idx="4" type="body"/>
          </p:nvPr>
        </p:nvSpPr>
        <p:spPr>
          <a:xfrm>
            <a:off x="7239000" y="8370568"/>
            <a:ext cx="3810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319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2100"/>
              <a:buNone/>
            </a:pPr>
            <a:r>
              <a:rPr lang="en-US"/>
              <a:t>Title, Rasa</a:t>
            </a:r>
            <a:endParaRPr/>
          </a:p>
        </p:txBody>
      </p:sp>
      <p:sp>
        <p:nvSpPr>
          <p:cNvPr id="296" name="Google Shape;296;p27"/>
          <p:cNvSpPr txBox="1"/>
          <p:nvPr>
            <p:ph idx="1" type="body"/>
          </p:nvPr>
        </p:nvSpPr>
        <p:spPr>
          <a:xfrm>
            <a:off x="16573500" y="967740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83250"/>
              </a:lnSpc>
              <a:spcBef>
                <a:spcPts val="0"/>
              </a:spcBef>
              <a:spcAft>
                <a:spcPts val="0"/>
              </a:spcAft>
              <a:buClr>
                <a:srgbClr val="FAF6F0"/>
              </a:buClr>
              <a:buSzPts val="1600"/>
              <a:buNone/>
            </a:pPr>
            <a:r>
              <a:rPr lang="en-US"/>
              <a:t>13.</a:t>
            </a:r>
            <a:endParaRPr/>
          </a:p>
        </p:txBody>
      </p:sp>
      <p:sp>
        <p:nvSpPr>
          <p:cNvPr id="297" name="Google Shape;297;p27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/>
          <p:nvPr>
            <p:ph idx="1" type="body"/>
          </p:nvPr>
        </p:nvSpPr>
        <p:spPr>
          <a:xfrm>
            <a:off x="742950" y="2152650"/>
            <a:ext cx="6896100" cy="437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746"/>
              </a:lnSpc>
              <a:spcBef>
                <a:spcPts val="0"/>
              </a:spcBef>
              <a:spcAft>
                <a:spcPts val="0"/>
              </a:spcAft>
              <a:buClr>
                <a:srgbClr val="181210"/>
              </a:buClr>
              <a:buSzPts val="7500"/>
              <a:buNone/>
            </a:pPr>
            <a:r>
              <a:rPr lang="en-US"/>
              <a:t>Colour and type.</a:t>
            </a:r>
            <a:br>
              <a:rPr lang="en-US"/>
            </a:br>
            <a:endParaRPr/>
          </a:p>
        </p:txBody>
      </p:sp>
      <p:sp>
        <p:nvSpPr>
          <p:cNvPr id="304" name="Google Shape;304;p28"/>
          <p:cNvSpPr txBox="1"/>
          <p:nvPr>
            <p:ph idx="2" type="body"/>
          </p:nvPr>
        </p:nvSpPr>
        <p:spPr>
          <a:xfrm>
            <a:off x="10687050" y="2857500"/>
            <a:ext cx="67056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70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000"/>
              <a:buNone/>
            </a:pPr>
            <a:r>
              <a:rPr lang="en-US"/>
              <a:t>Newsreader</a:t>
            </a:r>
            <a:endParaRPr/>
          </a:p>
          <a:p>
            <a:pPr indent="0" lvl="0" marL="0" rtl="0" algn="l">
              <a:lnSpc>
                <a:spcPct val="93457"/>
              </a:lnSpc>
              <a:spcBef>
                <a:spcPts val="410"/>
              </a:spcBef>
              <a:spcAft>
                <a:spcPts val="0"/>
              </a:spcAft>
              <a:buClr>
                <a:srgbClr val="524A43"/>
              </a:buClr>
              <a:buSzPts val="204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700"/>
              </a:lnSpc>
              <a:spcBef>
                <a:spcPts val="400"/>
              </a:spcBef>
              <a:spcAft>
                <a:spcPts val="0"/>
              </a:spcAft>
              <a:buClr>
                <a:srgbClr val="524A43"/>
              </a:buClr>
              <a:buSzPts val="2000"/>
              <a:buNone/>
            </a:pPr>
            <a:r>
              <a:rPr lang="en-US"/>
              <a:t>Headlines and statements. Italic + pink for emphasis.  </a:t>
            </a:r>
            <a:br>
              <a:rPr lang="en-US"/>
            </a:br>
            <a:br>
              <a:rPr lang="en-US"/>
            </a:br>
            <a:r>
              <a:rPr lang="en-US"/>
              <a:t>Inter</a:t>
            </a:r>
            <a:endParaRPr/>
          </a:p>
          <a:p>
            <a:pPr indent="0" lvl="0" marL="0" rtl="0" algn="l">
              <a:lnSpc>
                <a:spcPct val="93457"/>
              </a:lnSpc>
              <a:spcBef>
                <a:spcPts val="410"/>
              </a:spcBef>
              <a:spcAft>
                <a:spcPts val="0"/>
              </a:spcAft>
              <a:buClr>
                <a:srgbClr val="524A43"/>
              </a:buClr>
              <a:buSzPts val="204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700"/>
              </a:lnSpc>
              <a:spcBef>
                <a:spcPts val="400"/>
              </a:spcBef>
              <a:spcAft>
                <a:spcPts val="0"/>
              </a:spcAft>
              <a:buClr>
                <a:srgbClr val="524A43"/>
              </a:buClr>
              <a:buSzPts val="2000"/>
              <a:buNone/>
            </a:pPr>
            <a:r>
              <a:rPr lang="en-US"/>
              <a:t>Body copy, labels, big numbers.</a:t>
            </a:r>
            <a:endParaRPr/>
          </a:p>
          <a:p>
            <a:pPr indent="0" lvl="0" marL="0" rtl="0" algn="l">
              <a:lnSpc>
                <a:spcPct val="93457"/>
              </a:lnSpc>
              <a:spcBef>
                <a:spcPts val="410"/>
              </a:spcBef>
              <a:spcAft>
                <a:spcPts val="0"/>
              </a:spcAft>
              <a:buClr>
                <a:srgbClr val="524A43"/>
              </a:buClr>
              <a:buSzPts val="204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700"/>
              </a:lnSpc>
              <a:spcBef>
                <a:spcPts val="400"/>
              </a:spcBef>
              <a:spcAft>
                <a:spcPts val="0"/>
              </a:spcAft>
              <a:buClr>
                <a:srgbClr val="524A43"/>
              </a:buClr>
              <a:buSzPts val="2000"/>
              <a:buNone/>
            </a:pPr>
            <a:r>
              <a:rPr lang="en-US"/>
              <a:t>JET BRAINS MONO</a:t>
            </a:r>
            <a:endParaRPr/>
          </a:p>
          <a:p>
            <a:pPr indent="0" lvl="0" marL="0" rtl="0" algn="l">
              <a:lnSpc>
                <a:spcPct val="93457"/>
              </a:lnSpc>
              <a:spcBef>
                <a:spcPts val="410"/>
              </a:spcBef>
              <a:spcAft>
                <a:spcPts val="0"/>
              </a:spcAft>
              <a:buClr>
                <a:srgbClr val="524A43"/>
              </a:buClr>
              <a:buSzPts val="204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700"/>
              </a:lnSpc>
              <a:spcBef>
                <a:spcPts val="400"/>
              </a:spcBef>
              <a:spcAft>
                <a:spcPts val="0"/>
              </a:spcAft>
              <a:buClr>
                <a:srgbClr val="524A43"/>
              </a:buClr>
              <a:buSzPts val="2000"/>
              <a:buNone/>
            </a:pPr>
            <a:r>
              <a:rPr lang="en-US"/>
              <a:t>Uppercase eyebrows, tags and metadata.</a:t>
            </a:r>
            <a:endParaRPr/>
          </a:p>
        </p:txBody>
      </p:sp>
      <p:sp>
        <p:nvSpPr>
          <p:cNvPr id="305" name="Google Shape;305;p28"/>
          <p:cNvSpPr txBox="1"/>
          <p:nvPr>
            <p:ph idx="3" type="body"/>
          </p:nvPr>
        </p:nvSpPr>
        <p:spPr>
          <a:xfrm>
            <a:off x="762000" y="1800225"/>
            <a:ext cx="2819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846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1300"/>
              <a:buNone/>
            </a:pPr>
            <a:r>
              <a:rPr lang="en-US"/>
              <a:t>TEMPLATE REFERENCE</a:t>
            </a:r>
            <a:endParaRPr/>
          </a:p>
        </p:txBody>
      </p:sp>
      <p:sp>
        <p:nvSpPr>
          <p:cNvPr id="306" name="Google Shape;306;p28"/>
          <p:cNvSpPr txBox="1"/>
          <p:nvPr>
            <p:ph idx="5" type="body"/>
          </p:nvPr>
        </p:nvSpPr>
        <p:spPr>
          <a:xfrm>
            <a:off x="895350" y="6086475"/>
            <a:ext cx="2090564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538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600"/>
              <a:buNone/>
            </a:pPr>
            <a:r>
              <a:rPr lang="en-US" sz="2490"/>
              <a:t>Ink #181210</a:t>
            </a:r>
            <a:br>
              <a:rPr lang="en-US" sz="2490"/>
            </a:br>
            <a:endParaRPr sz="2490"/>
          </a:p>
        </p:txBody>
      </p:sp>
      <p:sp>
        <p:nvSpPr>
          <p:cNvPr id="307" name="Google Shape;307;p28"/>
          <p:cNvSpPr txBox="1"/>
          <p:nvPr>
            <p:ph idx="6" type="body"/>
          </p:nvPr>
        </p:nvSpPr>
        <p:spPr>
          <a:xfrm>
            <a:off x="3743325" y="6086475"/>
            <a:ext cx="28194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538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600"/>
              <a:buNone/>
            </a:pPr>
            <a:r>
              <a:rPr lang="en-US" sz="2490"/>
              <a:t>Cream #FAF6F0</a:t>
            </a:r>
            <a:br>
              <a:rPr lang="en-US" sz="2490"/>
            </a:br>
            <a:endParaRPr sz="2490"/>
          </a:p>
        </p:txBody>
      </p:sp>
      <p:sp>
        <p:nvSpPr>
          <p:cNvPr id="308" name="Google Shape;308;p28"/>
          <p:cNvSpPr txBox="1"/>
          <p:nvPr>
            <p:ph idx="7" type="body"/>
          </p:nvPr>
        </p:nvSpPr>
        <p:spPr>
          <a:xfrm>
            <a:off x="6581775" y="6086475"/>
            <a:ext cx="24903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538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600"/>
              <a:buNone/>
            </a:pPr>
            <a:r>
              <a:rPr lang="en-US" sz="2490"/>
              <a:t>Pink #E85A91</a:t>
            </a:r>
            <a:br>
              <a:rPr lang="en-US" sz="2490"/>
            </a:br>
            <a:endParaRPr sz="2490"/>
          </a:p>
        </p:txBody>
      </p:sp>
      <p:sp>
        <p:nvSpPr>
          <p:cNvPr id="309" name="Google Shape;309;p28"/>
          <p:cNvSpPr txBox="1"/>
          <p:nvPr>
            <p:ph idx="8" type="body"/>
          </p:nvPr>
        </p:nvSpPr>
        <p:spPr>
          <a:xfrm>
            <a:off x="895350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26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300"/>
              <a:buNone/>
            </a:pPr>
            <a:r>
              <a:rPr lang="en-US"/>
              <a:t>Periwinkle</a:t>
            </a:r>
            <a:endParaRPr/>
          </a:p>
        </p:txBody>
      </p:sp>
      <p:sp>
        <p:nvSpPr>
          <p:cNvPr id="310" name="Google Shape;310;p28"/>
          <p:cNvSpPr txBox="1"/>
          <p:nvPr>
            <p:ph idx="9" type="body"/>
          </p:nvPr>
        </p:nvSpPr>
        <p:spPr>
          <a:xfrm>
            <a:off x="3283741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26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300"/>
              <a:buNone/>
            </a:pPr>
            <a:r>
              <a:rPr lang="en-US"/>
              <a:t>Seafoam</a:t>
            </a:r>
            <a:endParaRPr/>
          </a:p>
        </p:txBody>
      </p:sp>
      <p:sp>
        <p:nvSpPr>
          <p:cNvPr id="311" name="Google Shape;311;p28"/>
          <p:cNvSpPr txBox="1"/>
          <p:nvPr>
            <p:ph idx="13" type="body"/>
          </p:nvPr>
        </p:nvSpPr>
        <p:spPr>
          <a:xfrm>
            <a:off x="5672133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26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300"/>
              <a:buNone/>
            </a:pPr>
            <a:r>
              <a:rPr lang="en-US"/>
              <a:t>Sage</a:t>
            </a:r>
            <a:endParaRPr/>
          </a:p>
        </p:txBody>
      </p:sp>
      <p:sp>
        <p:nvSpPr>
          <p:cNvPr id="312" name="Google Shape;312;p28"/>
          <p:cNvSpPr txBox="1"/>
          <p:nvPr>
            <p:ph idx="14" type="body"/>
          </p:nvPr>
        </p:nvSpPr>
        <p:spPr>
          <a:xfrm>
            <a:off x="8060524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26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300"/>
              <a:buNone/>
            </a:pPr>
            <a:r>
              <a:rPr lang="en-US"/>
              <a:t>Coral</a:t>
            </a:r>
            <a:endParaRPr/>
          </a:p>
        </p:txBody>
      </p:sp>
      <p:sp>
        <p:nvSpPr>
          <p:cNvPr id="313" name="Google Shape;313;p28"/>
          <p:cNvSpPr txBox="1"/>
          <p:nvPr>
            <p:ph idx="15" type="body"/>
          </p:nvPr>
        </p:nvSpPr>
        <p:spPr>
          <a:xfrm>
            <a:off x="10448916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26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300"/>
              <a:buNone/>
            </a:pPr>
            <a:r>
              <a:rPr lang="en-US"/>
              <a:t>Gold</a:t>
            </a:r>
            <a:endParaRPr/>
          </a:p>
        </p:txBody>
      </p:sp>
      <p:sp>
        <p:nvSpPr>
          <p:cNvPr id="314" name="Google Shape;314;p28"/>
          <p:cNvSpPr txBox="1"/>
          <p:nvPr>
            <p:ph idx="16" type="body"/>
          </p:nvPr>
        </p:nvSpPr>
        <p:spPr>
          <a:xfrm>
            <a:off x="12837307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26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300"/>
              <a:buNone/>
            </a:pPr>
            <a:r>
              <a:rPr lang="en-US"/>
              <a:t>Orchid</a:t>
            </a:r>
            <a:endParaRPr/>
          </a:p>
        </p:txBody>
      </p:sp>
      <p:sp>
        <p:nvSpPr>
          <p:cNvPr id="315" name="Google Shape;315;p28"/>
          <p:cNvSpPr txBox="1"/>
          <p:nvPr>
            <p:ph idx="17" type="body"/>
          </p:nvPr>
        </p:nvSpPr>
        <p:spPr>
          <a:xfrm>
            <a:off x="15225699" y="8780883"/>
            <a:ext cx="21669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260"/>
              </a:lnSpc>
              <a:spcBef>
                <a:spcPts val="0"/>
              </a:spcBef>
              <a:spcAft>
                <a:spcPts val="0"/>
              </a:spcAft>
              <a:buClr>
                <a:srgbClr val="524A43"/>
              </a:buClr>
              <a:buSzPts val="2300"/>
              <a:buNone/>
            </a:pPr>
            <a:r>
              <a:rPr lang="en-US"/>
              <a:t>Lavender</a:t>
            </a:r>
            <a:endParaRPr/>
          </a:p>
        </p:txBody>
      </p:sp>
      <p:sp>
        <p:nvSpPr>
          <p:cNvPr id="316" name="Google Shape;316;p28"/>
          <p:cNvSpPr txBox="1"/>
          <p:nvPr>
            <p:ph idx="12" type="sldNum"/>
          </p:nvPr>
        </p:nvSpPr>
        <p:spPr>
          <a:xfrm>
            <a:off x="17043531" y="9417338"/>
            <a:ext cx="1097400" cy="7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